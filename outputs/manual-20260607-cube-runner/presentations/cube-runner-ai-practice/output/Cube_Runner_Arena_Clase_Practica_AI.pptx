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41c261a3714ff4" /><Relationship Type="http://schemas.openxmlformats.org/officeDocument/2006/relationships/extended-properties" Target="/docProps/app.xml" Id="R55de75fa791144e2" /><Relationship Type="http://schemas.openxmlformats.org/officeDocument/2006/relationships/officeDocument" Target="/ppt/presentation.xml" Id="R54bf2413108948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cc0a77324b4948"/>
  </p:sldMasterIdLst>
  <p:notesMasterIdLst>
    <p:notesMasterId xmlns:r="http://schemas.openxmlformats.org/officeDocument/2006/relationships" r:id="R4ff8b8d6d94d46df"/>
  </p:notesMasterIdLst>
  <p:sldIdLst>
    <p:sldId xmlns:r="http://schemas.openxmlformats.org/officeDocument/2006/relationships" id="256" r:id="R56a2d96abbe34395"/>
    <p:sldId xmlns:r="http://schemas.openxmlformats.org/officeDocument/2006/relationships" id="257" r:id="R548bce104ec44a99"/>
    <p:sldId xmlns:r="http://schemas.openxmlformats.org/officeDocument/2006/relationships" id="258" r:id="Rf319a22286c44614"/>
    <p:sldId xmlns:r="http://schemas.openxmlformats.org/officeDocument/2006/relationships" id="259" r:id="Rf440437c323b40e7"/>
    <p:sldId xmlns:r="http://schemas.openxmlformats.org/officeDocument/2006/relationships" id="260" r:id="Rfb81181c14a04163"/>
    <p:sldId xmlns:r="http://schemas.openxmlformats.org/officeDocument/2006/relationships" id="261" r:id="Rd290af80147f474b"/>
    <p:sldId xmlns:r="http://schemas.openxmlformats.org/officeDocument/2006/relationships" id="262" r:id="R7048fc31ddcf454c"/>
    <p:sldId xmlns:r="http://schemas.openxmlformats.org/officeDocument/2006/relationships" id="263" r:id="Rc4a8b7affdaf41ec"/>
    <p:sldId xmlns:r="http://schemas.openxmlformats.org/officeDocument/2006/relationships" id="264" r:id="R1c794ce4629a44b7"/>
    <p:sldId xmlns:r="http://schemas.openxmlformats.org/officeDocument/2006/relationships" id="265" r:id="R036529b192504be5"/>
    <p:sldId xmlns:r="http://schemas.openxmlformats.org/officeDocument/2006/relationships" id="266" r:id="Re7f128c159ae480d"/>
    <p:sldId xmlns:r="http://schemas.openxmlformats.org/officeDocument/2006/relationships" id="267" r:id="Rbd2e14e703684346"/>
    <p:sldId xmlns:r="http://schemas.openxmlformats.org/officeDocument/2006/relationships" id="268" r:id="R2e5ec5663ba1423e"/>
    <p:sldId xmlns:r="http://schemas.openxmlformats.org/officeDocument/2006/relationships" id="269" r:id="R81535cdf47d04df2"/>
    <p:sldId xmlns:r="http://schemas.openxmlformats.org/officeDocument/2006/relationships" id="270" r:id="R039e144be65243b5"/>
    <p:sldId xmlns:r="http://schemas.openxmlformats.org/officeDocument/2006/relationships" id="271" r:id="R9e72e04e998b445a"/>
    <p:sldId xmlns:r="http://schemas.openxmlformats.org/officeDocument/2006/relationships" id="272" r:id="R1b5a0caa69034d10"/>
    <p:sldId xmlns:r="http://schemas.openxmlformats.org/officeDocument/2006/relationships" id="273" r:id="R6b8e7aa33e44436c"/>
    <p:sldId xmlns:r="http://schemas.openxmlformats.org/officeDocument/2006/relationships" id="274" r:id="R710a76ec580b439d"/>
    <p:sldId xmlns:r="http://schemas.openxmlformats.org/officeDocument/2006/relationships" id="275" r:id="Rb4e7ec30d7154bbc"/>
    <p:sldId xmlns:r="http://schemas.openxmlformats.org/officeDocument/2006/relationships" id="276" r:id="Rd85988be94974bd9"/>
    <p:sldId xmlns:r="http://schemas.openxmlformats.org/officeDocument/2006/relationships" id="277" r:id="Rc894e35357d64d82"/>
    <p:sldId xmlns:r="http://schemas.openxmlformats.org/officeDocument/2006/relationships" id="278" r:id="Re92b177a1d3248ee"/>
    <p:sldId xmlns:r="http://schemas.openxmlformats.org/officeDocument/2006/relationships" id="279" r:id="R38ab1e36c858466a"/>
    <p:sldId xmlns:r="http://schemas.openxmlformats.org/officeDocument/2006/relationships" id="280" r:id="Rb02cd1efb1044e5d"/>
    <p:sldId xmlns:r="http://schemas.openxmlformats.org/officeDocument/2006/relationships" id="281" r:id="Rce442dedf2e74c88"/>
    <p:sldId xmlns:r="http://schemas.openxmlformats.org/officeDocument/2006/relationships" id="282" r:id="Rdc8dc9282ca74fbc"/>
    <p:sldId xmlns:r="http://schemas.openxmlformats.org/officeDocument/2006/relationships" id="283" r:id="R3a91dbde90d44569"/>
    <p:sldId xmlns:r="http://schemas.openxmlformats.org/officeDocument/2006/relationships" id="284" r:id="R669d21ac49a1425e"/>
    <p:sldId xmlns:r="http://schemas.openxmlformats.org/officeDocument/2006/relationships" id="285" r:id="R6ff6fc121eee4211"/>
    <p:sldId xmlns:r="http://schemas.openxmlformats.org/officeDocument/2006/relationships" id="286" r:id="R89ed2b2b372e44fc"/>
    <p:sldId xmlns:r="http://schemas.openxmlformats.org/officeDocument/2006/relationships" id="287" r:id="R52727b9864d642e5"/>
    <p:sldId xmlns:r="http://schemas.openxmlformats.org/officeDocument/2006/relationships" id="288" r:id="R3973c1a1bee84c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f75d18b86f48aa" /><Relationship Type="http://schemas.openxmlformats.org/officeDocument/2006/relationships/slideMaster" Target="/ppt/slideMasters/slideMaster1.xml" Id="R15cc0a77324b4948" /><Relationship Type="http://schemas.openxmlformats.org/officeDocument/2006/relationships/notesMaster" Target="/ppt/notesMasters/notesMaster1.xml" Id="R4ff8b8d6d94d46df" /><Relationship Type="http://schemas.openxmlformats.org/officeDocument/2006/relationships/presProps" Target="/ppt/presProps.xml" Id="R57a06f77f0734de1" /><Relationship Type="http://schemas.openxmlformats.org/officeDocument/2006/relationships/viewProps" Target="/ppt/viewProps.xml" Id="R355c5f26b01e44ab" /><Relationship Type="http://schemas.openxmlformats.org/officeDocument/2006/relationships/tableStyles" Target="/ppt/tableStyles.xml" Id="R80b72401f4df4316" /><Relationship Type="http://schemas.openxmlformats.org/officeDocument/2006/relationships/slide" Target="/ppt/slides/slide1.xml" Id="R56a2d96abbe34395" /><Relationship Type="http://schemas.openxmlformats.org/officeDocument/2006/relationships/slide" Target="/ppt/slides/slide2.xml" Id="R548bce104ec44a99" /><Relationship Type="http://schemas.openxmlformats.org/officeDocument/2006/relationships/slide" Target="/ppt/slides/slide3.xml" Id="Rf319a22286c44614" /><Relationship Type="http://schemas.openxmlformats.org/officeDocument/2006/relationships/slide" Target="/ppt/slides/slide4.xml" Id="Rf440437c323b40e7" /><Relationship Type="http://schemas.openxmlformats.org/officeDocument/2006/relationships/slide" Target="/ppt/slides/slide5.xml" Id="Rfb81181c14a04163" /><Relationship Type="http://schemas.openxmlformats.org/officeDocument/2006/relationships/slide" Target="/ppt/slides/slide6.xml" Id="Rd290af80147f474b" /><Relationship Type="http://schemas.openxmlformats.org/officeDocument/2006/relationships/slide" Target="/ppt/slides/slide7.xml" Id="R7048fc31ddcf454c" /><Relationship Type="http://schemas.openxmlformats.org/officeDocument/2006/relationships/slide" Target="/ppt/slides/slide8.xml" Id="Rc4a8b7affdaf41ec" /><Relationship Type="http://schemas.openxmlformats.org/officeDocument/2006/relationships/slide" Target="/ppt/slides/slide9.xml" Id="R1c794ce4629a44b7" /><Relationship Type="http://schemas.openxmlformats.org/officeDocument/2006/relationships/slide" Target="/ppt/slides/slide10.xml" Id="R036529b192504be5" /><Relationship Type="http://schemas.openxmlformats.org/officeDocument/2006/relationships/slide" Target="/ppt/slides/slide11.xml" Id="Re7f128c159ae480d" /><Relationship Type="http://schemas.openxmlformats.org/officeDocument/2006/relationships/slide" Target="/ppt/slides/slide12.xml" Id="Rbd2e14e703684346" /><Relationship Type="http://schemas.openxmlformats.org/officeDocument/2006/relationships/slide" Target="/ppt/slides/slide13.xml" Id="R2e5ec5663ba1423e" /><Relationship Type="http://schemas.openxmlformats.org/officeDocument/2006/relationships/slide" Target="/ppt/slides/slide14.xml" Id="R81535cdf47d04df2" /><Relationship Type="http://schemas.openxmlformats.org/officeDocument/2006/relationships/slide" Target="/ppt/slides/slide15.xml" Id="R039e144be65243b5" /><Relationship Type="http://schemas.openxmlformats.org/officeDocument/2006/relationships/slide" Target="/ppt/slides/slide16.xml" Id="R9e72e04e998b445a" /><Relationship Type="http://schemas.openxmlformats.org/officeDocument/2006/relationships/slide" Target="/ppt/slides/slide17.xml" Id="R1b5a0caa69034d10" /><Relationship Type="http://schemas.openxmlformats.org/officeDocument/2006/relationships/slide" Target="/ppt/slides/slide18.xml" Id="R6b8e7aa33e44436c" /><Relationship Type="http://schemas.openxmlformats.org/officeDocument/2006/relationships/slide" Target="/ppt/slides/slide19.xml" Id="R710a76ec580b439d" /><Relationship Type="http://schemas.openxmlformats.org/officeDocument/2006/relationships/slide" Target="/ppt/slides/slide20.xml" Id="Rb4e7ec30d7154bbc" /><Relationship Type="http://schemas.openxmlformats.org/officeDocument/2006/relationships/slide" Target="/ppt/slides/slide21.xml" Id="Rd85988be94974bd9" /><Relationship Type="http://schemas.openxmlformats.org/officeDocument/2006/relationships/slide" Target="/ppt/slides/slide22.xml" Id="Rc894e35357d64d82" /><Relationship Type="http://schemas.openxmlformats.org/officeDocument/2006/relationships/slide" Target="/ppt/slides/slide23.xml" Id="Re92b177a1d3248ee" /><Relationship Type="http://schemas.openxmlformats.org/officeDocument/2006/relationships/slide" Target="/ppt/slides/slide24.xml" Id="R38ab1e36c858466a" /><Relationship Type="http://schemas.openxmlformats.org/officeDocument/2006/relationships/slide" Target="/ppt/slides/slide25.xml" Id="Rb02cd1efb1044e5d" /><Relationship Type="http://schemas.openxmlformats.org/officeDocument/2006/relationships/slide" Target="/ppt/slides/slide26.xml" Id="Rce442dedf2e74c88" /><Relationship Type="http://schemas.openxmlformats.org/officeDocument/2006/relationships/slide" Target="/ppt/slides/slide27.xml" Id="Rdc8dc9282ca74fbc" /><Relationship Type="http://schemas.openxmlformats.org/officeDocument/2006/relationships/slide" Target="/ppt/slides/slide28.xml" Id="R3a91dbde90d44569" /><Relationship Type="http://schemas.openxmlformats.org/officeDocument/2006/relationships/slide" Target="/ppt/slides/slide29.xml" Id="R669d21ac49a1425e" /><Relationship Type="http://schemas.openxmlformats.org/officeDocument/2006/relationships/slide" Target="/ppt/slides/slide30.xml" Id="R6ff6fc121eee4211" /><Relationship Type="http://schemas.openxmlformats.org/officeDocument/2006/relationships/slide" Target="/ppt/slides/slide31.xml" Id="R89ed2b2b372e44fc" /><Relationship Type="http://schemas.openxmlformats.org/officeDocument/2006/relationships/slide" Target="/ppt/slides/slide32.xml" Id="R52727b9864d642e5" /><Relationship Type="http://schemas.openxmlformats.org/officeDocument/2006/relationships/slide" Target="/ppt/slides/slide33.xml" Id="R3973c1a1bee84c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260e38d5f947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c418e5b82045c2" /><Relationship Type="http://schemas.openxmlformats.org/officeDocument/2006/relationships/notesMaster" Target="/ppt/notesMasters/notesMaster1.xml" Id="Rec9e8428b75e45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caaba239c04766" /><Relationship Type="http://schemas.openxmlformats.org/officeDocument/2006/relationships/notesMaster" Target="/ppt/notesMasters/notesMaster1.xml" Id="R8a00483827d740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b77014ef0d4c84" /><Relationship Type="http://schemas.openxmlformats.org/officeDocument/2006/relationships/notesMaster" Target="/ppt/notesMasters/notesMaster1.xml" Id="R877bc3a6fdc64f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b404fe892d4569" /><Relationship Type="http://schemas.openxmlformats.org/officeDocument/2006/relationships/notesMaster" Target="/ppt/notesMasters/notesMaster1.xml" Id="R6dd1d7e5d6784c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7545fe72dc40d1" /><Relationship Type="http://schemas.openxmlformats.org/officeDocument/2006/relationships/notesMaster" Target="/ppt/notesMasters/notesMaster1.xml" Id="Rd0cd945c6f1244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25ee2742064012" /><Relationship Type="http://schemas.openxmlformats.org/officeDocument/2006/relationships/notesMaster" Target="/ppt/notesMasters/notesMaster1.xml" Id="R870096f1c9fe47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9eb009eff345ec" /><Relationship Type="http://schemas.openxmlformats.org/officeDocument/2006/relationships/notesMaster" Target="/ppt/notesMasters/notesMaster1.xml" Id="Rb672984355e44e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ac49ce50414a28" /><Relationship Type="http://schemas.openxmlformats.org/officeDocument/2006/relationships/notesMaster" Target="/ppt/notesMasters/notesMaster1.xml" Id="Rfa1295b31e2244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8b18f51da24646" /><Relationship Type="http://schemas.openxmlformats.org/officeDocument/2006/relationships/notesMaster" Target="/ppt/notesMasters/notesMaster1.xml" Id="Rc4b477c3cedf4a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4c645bf5474e09" /><Relationship Type="http://schemas.openxmlformats.org/officeDocument/2006/relationships/notesMaster" Target="/ppt/notesMasters/notesMaster1.xml" Id="R94b813e94a844b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ef914c027a423b" /><Relationship Type="http://schemas.openxmlformats.org/officeDocument/2006/relationships/notesMaster" Target="/ppt/notesMasters/notesMaster1.xml" Id="R0162486d162a43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6c4cd76f6d43cb" /><Relationship Type="http://schemas.openxmlformats.org/officeDocument/2006/relationships/notesMaster" Target="/ppt/notesMasters/notesMaster1.xml" Id="R6adcf4d4c71c41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62353677b74aa8" /><Relationship Type="http://schemas.openxmlformats.org/officeDocument/2006/relationships/notesMaster" Target="/ppt/notesMasters/notesMaster1.xml" Id="R3ed302cf9b4043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29fa96ef00452d" /><Relationship Type="http://schemas.openxmlformats.org/officeDocument/2006/relationships/notesMaster" Target="/ppt/notesMasters/notesMaster1.xml" Id="R630e593ca98b4d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734c39e4b949b9" /><Relationship Type="http://schemas.openxmlformats.org/officeDocument/2006/relationships/notesMaster" Target="/ppt/notesMasters/notesMaster1.xml" Id="R0829c980de2749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b54d5704a94f65" /><Relationship Type="http://schemas.openxmlformats.org/officeDocument/2006/relationships/notesMaster" Target="/ppt/notesMasters/notesMaster1.xml" Id="R88b3927a6ec348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7ed9edbe0745f0" /><Relationship Type="http://schemas.openxmlformats.org/officeDocument/2006/relationships/notesMaster" Target="/ppt/notesMasters/notesMaster1.xml" Id="R9e4e907982d641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5a3675cd054f38" /><Relationship Type="http://schemas.openxmlformats.org/officeDocument/2006/relationships/notesMaster" Target="/ppt/notesMasters/notesMaster1.xml" Id="Rcc8d4d86eca34b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5aeb716de44d7a" /><Relationship Type="http://schemas.openxmlformats.org/officeDocument/2006/relationships/notesMaster" Target="/ppt/notesMasters/notesMaster1.xml" Id="R05017d0b3bb74c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607be1fc4343c1" /><Relationship Type="http://schemas.openxmlformats.org/officeDocument/2006/relationships/notesMaster" Target="/ppt/notesMasters/notesMaster1.xml" Id="R695fde7af0194c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34cf471091f4ee6" /><Relationship Type="http://schemas.openxmlformats.org/officeDocument/2006/relationships/notesMaster" Target="/ppt/notesMasters/notesMaster1.xml" Id="R10c5230bc4c4483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d6ae26aa774dbe" /><Relationship Type="http://schemas.openxmlformats.org/officeDocument/2006/relationships/notesMaster" Target="/ppt/notesMasters/notesMaster1.xml" Id="R5aedbf8b0e7c426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b1ee63b400f49c1" /><Relationship Type="http://schemas.openxmlformats.org/officeDocument/2006/relationships/notesMaster" Target="/ppt/notesMasters/notesMaster1.xml" Id="R062ef1728f734e5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454a13501554848" /><Relationship Type="http://schemas.openxmlformats.org/officeDocument/2006/relationships/notesMaster" Target="/ppt/notesMasters/notesMaster1.xml" Id="R4175356e6da343a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865eecd335d47a4" /><Relationship Type="http://schemas.openxmlformats.org/officeDocument/2006/relationships/notesMaster" Target="/ppt/notesMasters/notesMaster1.xml" Id="R40962a82fdee42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41a66595474942" /><Relationship Type="http://schemas.openxmlformats.org/officeDocument/2006/relationships/notesMaster" Target="/ppt/notesMasters/notesMaster1.xml" Id="Re53661358e9944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2e6e854781f46d9" /><Relationship Type="http://schemas.openxmlformats.org/officeDocument/2006/relationships/notesMaster" Target="/ppt/notesMasters/notesMaster1.xml" Id="R610b2f9ff95743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d05bd4a88074850" /><Relationship Type="http://schemas.openxmlformats.org/officeDocument/2006/relationships/notesMaster" Target="/ppt/notesMasters/notesMaster1.xml" Id="Rf8a55af9e31c405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1e5d83c20e64179" /><Relationship Type="http://schemas.openxmlformats.org/officeDocument/2006/relationships/notesMaster" Target="/ppt/notesMasters/notesMaster1.xml" Id="R8e39151e8d5141f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3f436caa62c4ccd" /><Relationship Type="http://schemas.openxmlformats.org/officeDocument/2006/relationships/notesMaster" Target="/ppt/notesMasters/notesMaster1.xml" Id="R6201d4daf3414a6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57b540e4c544b38" /><Relationship Type="http://schemas.openxmlformats.org/officeDocument/2006/relationships/notesMaster" Target="/ppt/notesMasters/notesMaster1.xml" Id="R0f3690632cdf4b9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177c4ebdbc34ec1" /><Relationship Type="http://schemas.openxmlformats.org/officeDocument/2006/relationships/notesMaster" Target="/ppt/notesMasters/notesMaster1.xml" Id="Rc53d22af9dd8494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8f39a6d16bb4bd5" /><Relationship Type="http://schemas.openxmlformats.org/officeDocument/2006/relationships/notesMaster" Target="/ppt/notesMasters/notesMaster1.xml" Id="Rbfced6c932554c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27140c00a42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9ce30ac7a84a73" /><Relationship Type="http://schemas.openxmlformats.org/officeDocument/2006/relationships/slideLayout" Target="/ppt/slideLayouts/slideLayout1.xml" Id="R35aaeb6098c44e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aaeb6098c44e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d200848c14041" /><Relationship Type="http://schemas.openxmlformats.org/officeDocument/2006/relationships/notesSlide" Target="/ppt/notesSlides/notesSlide1.xml" Id="R397541ef9f674a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24e8ae28545e7" /><Relationship Type="http://schemas.openxmlformats.org/officeDocument/2006/relationships/notesSlide" Target="/ppt/notesSlides/notesSlide2.xml" Id="R9a2d778b130f47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5567bf5974871" /><Relationship Type="http://schemas.openxmlformats.org/officeDocument/2006/relationships/notesSlide" Target="/ppt/notesSlides/notesSlide3.xml" Id="R83958edb91fd44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bebceb55846bb" /><Relationship Type="http://schemas.openxmlformats.org/officeDocument/2006/relationships/notesSlide" Target="/ppt/notesSlides/notesSlide4.xml" Id="R5bfb422a7f4d44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0cb1fd475473c" /><Relationship Type="http://schemas.openxmlformats.org/officeDocument/2006/relationships/image" Target="/ppt/media/image.png" Id="Rf7a41296aa444332" /><Relationship Type="http://schemas.openxmlformats.org/officeDocument/2006/relationships/notesSlide" Target="/ppt/notesSlides/notesSlide5.xml" Id="Rd3f1edcc194f4b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a29a1905d47f0" /><Relationship Type="http://schemas.openxmlformats.org/officeDocument/2006/relationships/notesSlide" Target="/ppt/notesSlides/notesSlide6.xml" Id="Rc5202ff591a849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a32efe6ac481f" /><Relationship Type="http://schemas.openxmlformats.org/officeDocument/2006/relationships/notesSlide" Target="/ppt/notesSlides/notesSlide7.xml" Id="R669e5df5731a4e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d01692ed94c80" /><Relationship Type="http://schemas.openxmlformats.org/officeDocument/2006/relationships/notesSlide" Target="/ppt/notesSlides/notesSlide8.xml" Id="Rfe5776e832b14a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3e3e8c49e4a61" /><Relationship Type="http://schemas.openxmlformats.org/officeDocument/2006/relationships/notesSlide" Target="/ppt/notesSlides/notesSlide9.xml" Id="R9d0c554b7c8b46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8c6c66b6e4dd8" /><Relationship Type="http://schemas.openxmlformats.org/officeDocument/2006/relationships/notesSlide" Target="/ppt/notesSlides/notesSlide10.xml" Id="R921d88e0d3774f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edaf6b5094f97" /><Relationship Type="http://schemas.openxmlformats.org/officeDocument/2006/relationships/notesSlide" Target="/ppt/notesSlides/notesSlide11.xml" Id="R4ab1ca9a634940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3856c3f204128" /><Relationship Type="http://schemas.openxmlformats.org/officeDocument/2006/relationships/notesSlide" Target="/ppt/notesSlides/notesSlide12.xml" Id="R8fc76c66c5d14a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b9ff547694e8c" /><Relationship Type="http://schemas.openxmlformats.org/officeDocument/2006/relationships/notesSlide" Target="/ppt/notesSlides/notesSlide13.xml" Id="R358baae225794f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edcd25a0f4951" /><Relationship Type="http://schemas.openxmlformats.org/officeDocument/2006/relationships/notesSlide" Target="/ppt/notesSlides/notesSlide14.xml" Id="Rf425073f3b8444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88767e35341df" /><Relationship Type="http://schemas.openxmlformats.org/officeDocument/2006/relationships/notesSlide" Target="/ppt/notesSlides/notesSlide15.xml" Id="R9b52dd932a244a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55241284b4bb0" /><Relationship Type="http://schemas.openxmlformats.org/officeDocument/2006/relationships/notesSlide" Target="/ppt/notesSlides/notesSlide16.xml" Id="R9c29168892f240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48c91820e49e1" /><Relationship Type="http://schemas.openxmlformats.org/officeDocument/2006/relationships/notesSlide" Target="/ppt/notesSlides/notesSlide17.xml" Id="Rde9a6f1534304c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00ab919004c28" /><Relationship Type="http://schemas.openxmlformats.org/officeDocument/2006/relationships/notesSlide" Target="/ppt/notesSlides/notesSlide18.xml" Id="R29b2f993b1f34e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701eaf7ef41fd" /><Relationship Type="http://schemas.openxmlformats.org/officeDocument/2006/relationships/notesSlide" Target="/ppt/notesSlides/notesSlide19.xml" Id="R27e58b07a3d944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99b6ab2fa4811" /><Relationship Type="http://schemas.openxmlformats.org/officeDocument/2006/relationships/notesSlide" Target="/ppt/notesSlides/notesSlide20.xml" Id="Rff6732319f0f48b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75d67ec6540c0" /><Relationship Type="http://schemas.openxmlformats.org/officeDocument/2006/relationships/notesSlide" Target="/ppt/notesSlides/notesSlide21.xml" Id="R622be826447941f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f3490eace4c2f" /><Relationship Type="http://schemas.openxmlformats.org/officeDocument/2006/relationships/notesSlide" Target="/ppt/notesSlides/notesSlide22.xml" Id="R9fb9a2b4a86f44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2954c96244d6e" /><Relationship Type="http://schemas.openxmlformats.org/officeDocument/2006/relationships/notesSlide" Target="/ppt/notesSlides/notesSlide23.xml" Id="R002cefc2d5dd47a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0ade203b24533" /><Relationship Type="http://schemas.openxmlformats.org/officeDocument/2006/relationships/notesSlide" Target="/ppt/notesSlides/notesSlide24.xml" Id="Rd261d5b930d045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95958c6e045de" /><Relationship Type="http://schemas.openxmlformats.org/officeDocument/2006/relationships/notesSlide" Target="/ppt/notesSlides/notesSlide25.xml" Id="R578b990de67c4b4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51c59d48641a2" /><Relationship Type="http://schemas.openxmlformats.org/officeDocument/2006/relationships/notesSlide" Target="/ppt/notesSlides/notesSlide26.xml" Id="R5a3a9d21d673427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651e3ee0c408f" /><Relationship Type="http://schemas.openxmlformats.org/officeDocument/2006/relationships/notesSlide" Target="/ppt/notesSlides/notesSlide27.xml" Id="R2456462262be463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85ebd308f4cd2" /><Relationship Type="http://schemas.openxmlformats.org/officeDocument/2006/relationships/notesSlide" Target="/ppt/notesSlides/notesSlide28.xml" Id="R409a7817583e4a0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1e075d34f4675" /><Relationship Type="http://schemas.openxmlformats.org/officeDocument/2006/relationships/notesSlide" Target="/ppt/notesSlides/notesSlide29.xml" Id="R5ed25a6c085947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434fe648643c2" /><Relationship Type="http://schemas.openxmlformats.org/officeDocument/2006/relationships/notesSlide" Target="/ppt/notesSlides/notesSlide30.xml" Id="R7109a10baa1c440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ab55c9f8c48f6" /><Relationship Type="http://schemas.openxmlformats.org/officeDocument/2006/relationships/notesSlide" Target="/ppt/notesSlides/notesSlide31.xml" Id="Ra57fd3585404402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fdb20eac94a86" /><Relationship Type="http://schemas.openxmlformats.org/officeDocument/2006/relationships/notesSlide" Target="/ppt/notesSlides/notesSlide32.xml" Id="Rd0178db6cd38448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e8c0e306c4a5a" /><Relationship Type="http://schemas.openxmlformats.org/officeDocument/2006/relationships/notesSlide" Target="/ppt/notesSlides/notesSlide33.xml" Id="R62738c8bad7d43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2966CE-D25D-4765-8BCA-890DF83B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CCE93-906F-432B-B077-C7EFE60B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63FE6-2A77-4CF6-A833-4AD094C7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E3B22-9635-46C3-BA1B-7E8996A0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101CB-1B24-434E-AF0F-07C09E53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8D224-6EC9-4AAE-8E9F-8AF67135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7620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FE2C1-F1D5-40CF-9BE8-A4F2BB22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Cube Runner Arena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F828F-AEAB-49C9-8EAE-A5C46431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Clase practica de IA aplicada a Unity 3D y C#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2EF9F-0017-4048-BA35-A99B3A55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557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F6F7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E6B37-67AF-488C-BD17-7FD88288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523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5 horas / ChatGPT gratuito / primitivas basicas de Unity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9850E-4609-4831-A5A3-C5787B81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95450"/>
            <a:ext cx="4857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1"/>
          </a:solidFill>
          <a:ln xmlns:a="http://schemas.openxmlformats.org/drawingml/2006/main" w="19050">
            <a:solidFill>
              <a:srgbClr val="9CA3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18B27-6F54-4B35-AD62-3438B1A6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66900"/>
            <a:ext cx="45148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3"/>
          </a:solidFill>
          <a:ln xmlns:a="http://schemas.openxmlformats.org/drawingml/2006/main" w="9525">
            <a:solidFill>
              <a:srgbClr val="B6BB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37085-6DA6-4828-ADB2-16C00B23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954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0FC83-324D-4146-BB68-DA262BD1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52CA5-1EAE-40B1-A6FE-F2865570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95450"/>
            <a:ext cx="171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A9CAC-5CE8-41AC-B933-067742BF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1695450"/>
            <a:ext cx="171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D5695-0266-4AC0-BE8E-85ACA264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62300"/>
            <a:ext cx="323850" cy="5143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1743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B172D-86BE-4A38-9F33-DBC85BE9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38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7BB52-43BF-47FB-9CDF-F9FA61F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B62A2-9409-4EE5-9F05-1E73AB54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1D77B-1F59-439C-AE72-D6F640AF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7BB6A-27B4-440D-8EB2-1D09D788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90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DF75D-AD0D-4A0D-86C1-C1E504E6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2A264-15B4-4B2B-B37F-37452140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14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38F55-B637-4B24-B3E7-209D962F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86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67EF6-2266-4C2C-85FC-1605774D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9525">
            <a:solidFill>
              <a:srgbClr val="A4001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6A228F-FFC3-4A59-AC88-5BE7192B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4327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3062C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1BE219-6157-42C0-AA29-9932CE80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81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9525">
            <a:solidFill>
              <a:srgbClr val="A4001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865BD4-0FBE-4ACB-8956-FA48542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099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3062C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37F4E6-CF72-4E3E-92C9-40E526B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29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9525">
            <a:solidFill>
              <a:srgbClr val="A4001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29AB68-7732-452B-9984-B42169AC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3062C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E5A766-78D9-421D-92DA-1095ABBD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57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9525">
            <a:solidFill>
              <a:srgbClr val="15704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22754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8710FF-7756-4011-B79E-94F84EAB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35444-1BC3-4F6E-9142-F6D416C0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02347-56A9-4940-8406-0E26F481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F1A02-A1D2-4332-9585-50C1AD56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32D39-3E46-47D1-9C1B-196542E9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9BEC0-AA7C-4E7D-9CBC-EAFC8B9C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Que construiremos hoy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21D84-B10B-4127-9186-D8A27F42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3004B-E765-4DC0-908E-12E03775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Un minijuego 3D completo con capsula, cubos, esferas y plano.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CA379-28BD-48FA-BBA7-F761F5CE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7B0BD-CAF7-4C98-B087-02C3FFA6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Movimiento, coleccionables, score, tiempo, obstaculos, victoria y derrota.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3A3C6-19F4-4C66-891E-04F691E5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B672D-A4E0-4CD5-B08A-03ED49DF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Un flujo de trabajo con ChatGPT gratuito: pedir, integrar, probar y corregir.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913AB-4B07-46F2-A676-CE5CF77B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FF972-87D5-4AF6-9B05-308F633B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Una base de prototipo reutilizable para mecanicas arcade sencillas.</a:t>
            </a:r>
          </a:p>
        </p:txBody>
      </p:sp>
    </p:spTree>
    <p:extLst>
      <p:ext uri="{BB962C8B-B14F-4D97-AF65-F5344CB8AC3E}">
        <p14:creationId xmlns:p14="http://schemas.microsoft.com/office/powerpoint/2010/main" val="8193853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A32DD3-ECC4-4539-800E-0C050CAD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B1C78-6A56-45C8-81A4-93ADA59E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40519-91A4-48EC-820B-7C267830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7F7CC-F398-4780-A3B3-F6C8FE42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A4794-4004-44C1-96DD-5712CA73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FA28F-FA60-4816-9A67-09640F5A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La regla de la practica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9C60A-E33C-4B7F-8866-990617AD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306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3062C"/>
                </a:solidFill>
                <a:latin typeface="Aptos Display"/>
                <a:ea typeface="Aptos Display"/>
                <a:cs typeface="Aptos Display"/>
              </a:rPr>
              <a:t>ChatGPT ayuda, pero Unity verifica.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4D9ED-6254-4BCA-833A-5E2454FA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Cada respuesta generada se prueba en Play Mode. El alumno debe revisar Inspector, componentes, tags, colliders, Rigidbody y version de Input.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C3C6B-7F28-4F1A-9E12-7BA91D18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0D14F-422B-4F19-82AA-742D3D68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no copiar a ciegas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4A0C0-FFE6-4510-B382-A39B1C40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0050"/>
            <a:ext cx="1476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70518-531E-4AF6-91E6-2D5F755B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57675"/>
            <a:ext cx="128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cambios pequenos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0240B-9345-42C0-8B7F-F88737FE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1005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B84C7-D079-48ED-AF7D-5F16D03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576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verificar en escena</a:t>
            </a:r>
          </a:p>
        </p:txBody>
      </p:sp>
    </p:spTree>
    <p:extLst>
      <p:ext uri="{BB962C8B-B14F-4D97-AF65-F5344CB8AC3E}">
        <p14:creationId xmlns:p14="http://schemas.microsoft.com/office/powerpoint/2010/main" val="18082076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53CE28-C69F-426F-894F-406A5D79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E5ED9-CEF1-4FBE-BC17-F2D2E0EF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82404-8F18-4339-9DF7-6716FEB0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7385A-34DA-421D-976E-255E4FDB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8834F-A460-4E54-A789-D4FD77A2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7194E-9FC7-4C7A-8231-79CF891F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Ruta de 5 horas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48180-237E-49AB-B61A-49B6FECF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857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11F25-714D-40C0-B175-755B5D8B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Apertura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D55ED-843E-425C-AB1F-EDDC0D5B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20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9BB7B-06FA-41E7-AE88-BA8174F4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09750"/>
            <a:ext cx="2857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0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EEEE7-4684-432B-BD90-66272DCB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Escena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466D5-5B77-4B9E-B19D-88942683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30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E3E0E-FFD5-4018-A4D1-C007F6CB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09750"/>
            <a:ext cx="2857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460E8-34D8-4131-A9B9-51B0F9B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621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59CC7-1BB9-4619-988A-C7C560D5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0505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40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5882A-B55A-49B0-855E-CB29BFC2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2857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0D6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0FDE2-A3B5-4562-BD7E-1A2A45D4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Coleccionables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6AA81-7714-4834-9F18-1102CD84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40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E811A-1236-4B39-8F31-4A463ED2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33700"/>
            <a:ext cx="2857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AF3CB-41F6-4DFE-A9DD-836AFE93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Tiempo/estados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3B31D-9986-4967-AEEF-BAA6D156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40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05019-149E-49C2-89EF-FF1A063A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2857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0D6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EFC37-AED0-4CC0-AA08-4337F8A1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8610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Obstaculos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F950DA-78F2-4723-842F-41EBFA94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45 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007B2-61B3-48C4-977F-3FACCD30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857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DBE433-79E4-4A9D-B862-26CF7876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Camara y pulido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A9F33-4F3E-4F5A-A10B-A8903152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35 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B0A763-A6B4-4D4D-9E2A-D850B19C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57650"/>
            <a:ext cx="2857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0D6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1694C5-739F-4224-8423-5650C5D0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00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Debugging 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8A7951-7092-4D6C-B16B-A812CDC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5295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30 min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77AE1B-B231-4AE2-86E2-9BBECCAD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57650"/>
            <a:ext cx="2857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E00E7E-06C1-427A-A1EE-55B8EC76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100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123579-FD57-44E1-8E28-91A9E5E0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5295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20 min</a:t>
            </a:r>
          </a:p>
        </p:txBody>
      </p:sp>
    </p:spTree>
    <p:extLst>
      <p:ext uri="{BB962C8B-B14F-4D97-AF65-F5344CB8AC3E}">
        <p14:creationId xmlns:p14="http://schemas.microsoft.com/office/powerpoint/2010/main" val="20015637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F49404-7CCB-42A5-AB45-3404D80B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BA15F-DAEF-4963-8F9E-7E1ED6AF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ECDC2-FF5F-4C25-8D86-8071FF8C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2D6FB-8137-4785-9C03-EDAF47A1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269D7-45D0-491C-A6B1-86023775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90536-621F-4855-81B5-8F446BDF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Resultado jugable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41296aa444332"/>
          <a:stretch xmlns:a="http://schemas.openxmlformats.org/drawingml/2006/main"/>
        </p:blipFill>
        <p:spPr>
          <a:xfrm xmlns:a="http://schemas.openxmlformats.org/drawingml/2006/main">
            <a:off x="1262063" y="1752600"/>
            <a:ext cx="4829175" cy="3219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51425-515F-403B-857A-2BCD0388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47D90-F5C7-434E-8B5E-B4B073C8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95262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Capsule azul: jugador.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E4C72-EA7B-4D25-AAC8-A2EEB1C9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43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E31A5-2FB0-4BCF-9893-776302AA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44792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Spheres amarillas: coleccionables.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8B274-21DE-499A-B0DC-DB9F224C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38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8A6BC-8C06-4751-AFE3-64052A50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4322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Cubos rojos: obstaculos moviles.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5BC01-6FF7-4DAD-A08C-56FE9A10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33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102FD-39FB-4A4C-A1FD-DDA94FF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3852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Cubos grises: paredes.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2974C-5B1D-4064-A710-B7EDBFB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C84D6-C90D-4F8A-8E7D-6A830846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3382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Cubo verde: referencia de goal.</a:t>
            </a:r>
          </a:p>
        </p:txBody>
      </p:sp>
    </p:spTree>
    <p:extLst>
      <p:ext uri="{BB962C8B-B14F-4D97-AF65-F5344CB8AC3E}">
        <p14:creationId xmlns:p14="http://schemas.microsoft.com/office/powerpoint/2010/main" val="845292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92FA2F-C3A6-4B7B-8CD7-8D99461D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F4EE7-A777-44E5-802B-2E5C0A07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D0C35-C4DD-4348-A826-6FE0FFD5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A586E-2380-413D-B2D6-54D4229C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70FF5-8DB3-4C13-9518-482467EE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269BB-5875-4B08-BC88-1DD02F3E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Prompt 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E76C3-C847-4201-B2CF-251DA537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9334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D529C-A2FF-4FB2-82DC-00E85A0A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33575"/>
            <a:ext cx="891540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Actua como desarrollador Unity C# senior.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Estoy creando Cube Runner Arena con primitivas basicas: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capsula, cubos, esferas y plano.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Restricciones: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Unity 3D, C#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ChatGPT gratuito, sin suscripcion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no assets externos, DOTween ni Cinemachine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no nuevo Input System salvo que lo pida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cambios pequenos, scripts claros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dime que revisar en Inspector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Antes de codigo: lista GameObjects, componentes y riesgos.</a:t>
            </a:r>
          </a:p>
        </p:txBody>
      </p:sp>
    </p:spTree>
    <p:extLst>
      <p:ext uri="{BB962C8B-B14F-4D97-AF65-F5344CB8AC3E}">
        <p14:creationId xmlns:p14="http://schemas.microsoft.com/office/powerpoint/2010/main" val="7854752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235F46-F340-4130-9FCE-6C1F68CF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724B7-FE85-49BC-B568-8BA28A7D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6FBDA-FB9E-4CF5-BBC4-B2CBB533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318A3-D5ED-4724-888E-10C43B2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44F98-F700-432E-B110-93704160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CAE7B-174B-4F4E-814C-DF1F1213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Escena base en Unity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BE9C6-68E2-45D2-9A4C-C505CF6D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B56BC-1F34-4190-AE66-001A336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573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5C6573"/>
                </a:solidFill>
                <a:latin typeface="Consolas"/>
                <a:ea typeface="Consolas"/>
                <a:cs typeface="Consolas"/>
              </a:rPr>
              <a:t>Ground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A58A3-E1E9-45F3-914F-9AC744E5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Plane escalado. Collider por defecto.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74B53-FBB7-44C9-9182-C0EF8D70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70ABE-7391-485D-81F7-7D2E0FA7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526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EFF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5EFF"/>
                </a:solidFill>
                <a:latin typeface="Consolas"/>
                <a:ea typeface="Consolas"/>
                <a:cs typeface="Consolas"/>
              </a:rPr>
              <a:t>Player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44A3D-432C-45DF-85AB-E93602A5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288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Capsule + Rigidbody + tag Player.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BD0DA-D506-4E73-AD57-DE078427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1748B-0EE6-4D55-9825-24FC1417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9C80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9C80E"/>
                </a:solidFill>
                <a:latin typeface="Consolas"/>
                <a:ea typeface="Consolas"/>
                <a:cs typeface="Consolas"/>
              </a:rPr>
              <a:t>Collectibles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6F86C-B49E-4899-92AC-B3850583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288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Spheres con Collider en Is Trigger.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82CEF-D674-42CF-B0A4-677587F8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45809-1276-4DC4-8075-EFAA110A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062C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E3062C"/>
                </a:solidFill>
                <a:latin typeface="Consolas"/>
                <a:ea typeface="Consolas"/>
                <a:cs typeface="Consolas"/>
              </a:rPr>
              <a:t>Obstacles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1E2CB-7E1F-48B2-9F9E-5952DAC9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288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Cubos rojos con Collider normal.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EFBAF-0B92-4E69-B22A-DBBB8C21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432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D714A-B2F4-4E67-85BD-1B8F7505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2861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A269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6A269"/>
                </a:solidFill>
                <a:latin typeface="Consolas"/>
                <a:ea typeface="Consolas"/>
                <a:cs typeface="Consolas"/>
              </a:rPr>
              <a:t>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DB74D-E205-4FE3-9B17-1C17AB5C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5623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ScoreText, TimeText, MessageText.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BB275-0F47-4433-B50F-F23806B5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432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9245A8-9B19-452A-B37E-B3173587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861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062C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E3062C"/>
                </a:solidFill>
                <a:latin typeface="Consolas"/>
                <a:ea typeface="Consolas"/>
                <a:cs typeface="Consolas"/>
              </a:rPr>
              <a:t>GameManager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C58E07-F9EE-49EE-9E0F-F5851BEB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623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Estado, puntuacion, tiempo y reinicio.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C477E-10FE-42A9-AEF7-E5F66D10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3FC2E9-F2FF-4E41-AE2A-E3BB1D5F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861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573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5C6573"/>
                </a:solidFill>
                <a:latin typeface="Consolas"/>
                <a:ea typeface="Consolas"/>
                <a:cs typeface="Consolas"/>
              </a:rPr>
              <a:t>Main Camera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200475-7F30-4F71-829A-88050F68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623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Vista inclinada o seguimiento simple.</a:t>
            </a:r>
          </a:p>
        </p:txBody>
      </p:sp>
    </p:spTree>
    <p:extLst>
      <p:ext uri="{BB962C8B-B14F-4D97-AF65-F5344CB8AC3E}">
        <p14:creationId xmlns:p14="http://schemas.microsoft.com/office/powerpoint/2010/main" val="2980464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BE1DD0-9513-4BDB-8E8D-D044A51F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C81F2-EE5C-457B-AD11-6D7CB198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68B83-F7B4-4C13-AE3E-C8009C2B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01D52-562B-46EA-A7EF-29271E4B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FB797-ABDB-4DC8-995F-1242DC82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B2AEB-3CEC-43A8-9821-D4DBB643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Terreno de juego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443DA-1D70-459D-A6E1-99728D51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66900"/>
            <a:ext cx="4857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1"/>
          </a:solidFill>
          <a:ln xmlns:a="http://schemas.openxmlformats.org/drawingml/2006/main" w="19050">
            <a:solidFill>
              <a:srgbClr val="9CA3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E0FC4-03DA-4DB5-A6EF-09EB2BA8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38350"/>
            <a:ext cx="45148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3"/>
          </a:solidFill>
          <a:ln xmlns:a="http://schemas.openxmlformats.org/drawingml/2006/main" w="9525">
            <a:solidFill>
              <a:srgbClr val="B6BB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0C010-D78D-4C6E-9F67-E8499F79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669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BE6AA-D9E7-4329-AC9B-1B672464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482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1160E-08CC-4A09-800E-5A5D0243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66900"/>
            <a:ext cx="171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7CE47-D51A-4111-9792-6BFB2417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866900"/>
            <a:ext cx="171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1079B-37CE-4910-8D4A-75E17C0C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333750"/>
            <a:ext cx="323850" cy="5143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1743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5390A-7FC0-492E-99A3-E6DDC806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09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B339D-9C0C-45E3-A4B7-06085256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67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26119-1F20-4FD3-93CB-CCD98CB4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C9546-2455-49AD-9DF5-618F21C5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57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3FF84-E4D3-4E16-AA40-4EF3EE0D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D342E-8201-4D04-AB77-B7C84148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5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F57F8-929E-47BB-AA68-C3E9A749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86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8C454-EE50-4833-9027-D516BC91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3E379-643F-47BD-A0CF-BEC996DB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086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9525">
            <a:solidFill>
              <a:srgbClr val="A4001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E741A-6BC3-4443-B618-52BCB4EC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147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3062C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7E38C-9925-4E4A-B368-5BD9390B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527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9525">
            <a:solidFill>
              <a:srgbClr val="A4001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F4CE5F-FC8F-45D5-B11C-A3B5788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3062C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B855E1-DD92-49DB-8A34-1337B1B2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9525">
            <a:solidFill>
              <a:srgbClr val="A4001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5F308-99FE-4ADA-9037-6FF037EE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291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3062C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2D5F6-FAE0-478A-B6D5-709326AF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28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9525">
            <a:solidFill>
              <a:srgbClr val="1570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C5B8D9-37D3-4D85-9263-B9C1B621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F87EDC-2C77-419F-AF7D-B0EE004D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90750"/>
            <a:ext cx="438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La escena debe ser legible antes de programar.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0CAF5-4F50-44DB-992D-5AC5DFE4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95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33BF81-BBBF-45FD-BE31-78EAF209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438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El layout crea decisiones de dificultad: riesgo, distancia y tiempo.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EB22D8-44CA-485C-BB80-BD964D34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05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C62D1-5FFD-4D99-8721-0444811B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09950"/>
            <a:ext cx="438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Las primitivas bastan para prototipar mecanicas reales.</a:t>
            </a:r>
          </a:p>
        </p:txBody>
      </p:sp>
    </p:spTree>
    <p:extLst>
      <p:ext uri="{BB962C8B-B14F-4D97-AF65-F5344CB8AC3E}">
        <p14:creationId xmlns:p14="http://schemas.microsoft.com/office/powerpoint/2010/main" val="4779825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6C4735-DE1B-4EF9-AC5D-3627A453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C3B9D-52DD-4A26-98B0-05FE5485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4EB8C-86C4-4EF6-A4B9-054D658C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36491-C47C-4989-922A-3D71E1CD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35026-F60D-4926-94ED-B6C33BE5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FAC3C-F7A6-4479-A0DE-A66699B6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Bloque 1: configurar escena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721FF-6F8B-4F4B-8A4F-9ED5B49A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59055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0AA56-069A-47ED-939C-8B86DA86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54864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Prompt: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Estoy preparando una escena basica de Unity 3D para Cube Runner Arena.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Uso solo plano, capsula, esfera y cubo.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Dame una checklist corta para: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player con Rigidbody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suelo con Collider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paredes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camara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materiales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jerarquia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No generes codigo todavia.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6499A-4B53-4735-9634-ED02A996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1D33C-C62C-4A43-A62A-5BEBF072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Aprendizaje: no todo prompt debe pedir codigo.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9BFE7-CD50-427C-871E-261EEFD8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FA373-1D86-4456-A8C5-F90972F3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2415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Primero ordenamos escena y dependencias.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CCFEB-FB45-4341-8800-256C3839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CE08A-67CD-45CD-A50B-B33A36CA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528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Despues programamos con menos incertidumbre.</a:t>
            </a:r>
          </a:p>
        </p:txBody>
      </p:sp>
    </p:spTree>
    <p:extLst>
      <p:ext uri="{BB962C8B-B14F-4D97-AF65-F5344CB8AC3E}">
        <p14:creationId xmlns:p14="http://schemas.microsoft.com/office/powerpoint/2010/main" val="14442118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66E59-9E59-4321-BAE4-18C12AAF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8962A-CD0A-47D3-86D6-45EFEAE3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F3DBE-33A3-4BD2-8514-F772EDC5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202D0-8672-412A-A96C-EDF72F2A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5F4C5-32C3-4C0D-8C39-AD338F26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9B474-0090-4756-98CC-7AE5E933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Movimiento del player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1F77C-1D06-4FC2-9A40-0722D61E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7A466-7544-406D-A187-1FD49C24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23B92-D953-4CF3-88DE-A68C8720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WASD o flechas sobre XZ.</a:t>
            </a:r>
          </a:p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Se lee en Update.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2B16D-0E35-49C7-9BE5-C038D616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048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59CBE-99AA-42DF-A268-C7BB0469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Fisica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C9E64-C067-4330-996A-6E0E88F7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050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Rigidbody.MovePosition.</a:t>
            </a:r>
          </a:p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Se aplica en FixedUpdate.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A92F7-79D4-46F5-B41B-F30F6C08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048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628B8-8B9C-4C81-8855-5FB92D7F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Inspector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7349C-8A90-4720-BE49-C60D6848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Move Speed editable.</a:t>
            </a:r>
          </a:p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Congelar rotacion X/Z.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1C1F4-5F79-470C-A24D-7F756E29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933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C5EB0-295D-447F-8FEF-40CF5050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48075"/>
            <a:ext cx="891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Prompt: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Necesito PlayerMovement para Unity 3D.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Player = Capsule con Rigidbody.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Movimiento en plano XZ.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Usa Rigidbody.MovePosition en FixedUpdate.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No uses el nuevo Input System.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Velocidad con SerializeField.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Codigo completo + Inspector.</a:t>
            </a:r>
          </a:p>
        </p:txBody>
      </p:sp>
    </p:spTree>
    <p:extLst>
      <p:ext uri="{BB962C8B-B14F-4D97-AF65-F5344CB8AC3E}">
        <p14:creationId xmlns:p14="http://schemas.microsoft.com/office/powerpoint/2010/main" val="17487207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6CDB8-AD48-4810-8F44-6353541E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3472D-4AC5-4F3E-A036-FC2DB145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F9FFA-E9CC-45C8-B399-3AFAD310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BE1AD-3B86-4EB5-9DDE-9C0B85EE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058D9-6AFC-4045-84F1-3AA38FCB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380C3-3634-403E-B608-B4D70F2F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PlayerMovement.cs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2AE2D-6B23-4F4F-BE16-71BBFDC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2870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7018A-26C8-479F-9B36-BC5AA8B9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9867900" cy="420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using UnityEngine;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[RequireComponent(typeof(Rigidbody))]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public class PlayerMovement : MonoBehaviour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[SerializeField] private float moveSpeed = 6f;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Rigidbody rb;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Vector3 moveDirection;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Awake() =&gt; rb = GetComponent&lt;Rigidbody&gt;();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Update()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float h = Input.GetAxisRaw("Horizontal");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float v = Input.GetAxisRaw("Vertical");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moveDirection = new Vector3(h, 0f, v).normalized;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FixedUpdate()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(rb == null) return;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rb.MovePosition(rb.position + moveDirection * moveSpeed * Time.fixedDeltaTime);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9024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E96E74-41FF-4695-8C9F-B0E1F567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89FD8-B504-44FC-AE27-E7365BE8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E6F5B-4AF0-4FB8-80BE-19F9FD27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589A0-72E2-48DC-9957-D34AF10A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7385C-8078-475E-A633-FE4F35F9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ED722-C229-4A9E-A58C-D1CE1CEC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Primer error real: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7F33C-231B-4E45-8601-2309E16F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9144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2C634-5B03-4C23-81B2-F3C65734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8724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InvalidOperationException:</a:t>
            </a:r>
          </a:p>
          <a:p xmlns:a="http://schemas.openxmlformats.org/drawingml/2006/main">
            <a:pPr algn="l">
              <a:defRPr sz="14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You are trying to read Input using the UnityEngine.Input class,</a:t>
            </a:r>
          </a:p>
          <a:p xmlns:a="http://schemas.openxmlformats.org/drawingml/2006/main">
            <a:pPr algn="l">
              <a:defRPr sz="14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but active Input handling is Input System package.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189C4-52BB-4C28-BFB6-D9ED278D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306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3062C"/>
                </a:solidFill>
                <a:latin typeface="Aptos Display"/>
                <a:ea typeface="Aptos Display"/>
                <a:cs typeface="Aptos Display"/>
              </a:rPr>
              <a:t>Solucion para la practica: Active Input Handling = Both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0F2A4-A78F-4301-B421-7F67B919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86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3CFAB-EC8C-4E55-A464-84AEA513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910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Edit &gt; Project Settings &gt; Player &gt; Other Settings.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1095E-4E0F-4DD4-A2F1-BB3D96D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24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01F2F-BCD7-4FC2-B201-AEA43F0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6291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Cambiar a Both para permitir Input.GetAxisRaw.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6021F-7F26-427F-B3C1-30577462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62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52F13-9F3F-46F9-87E0-F10AC2C8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673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Reiniciar Unity si lo pide.</a:t>
            </a:r>
          </a:p>
        </p:txBody>
      </p:sp>
    </p:spTree>
    <p:extLst>
      <p:ext uri="{BB962C8B-B14F-4D97-AF65-F5344CB8AC3E}">
        <p14:creationId xmlns:p14="http://schemas.microsoft.com/office/powerpoint/2010/main" val="6961135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7B2C5E-F9F6-437C-BCFE-4679697B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47444-B085-42A7-BCB3-AD955C56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C7E14-ED7A-4936-A931-0DB00706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C4C89-D725-48AA-87DC-4C40A5FF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46A6A-AF46-4D81-9E34-E329669C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FDDB3-48AB-4E21-A7B8-F82DA545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Coleccionables y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2CF2E-276D-4C41-B8AA-30138F9B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93226-E17C-4F5C-8B2A-9F4A5995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526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Cada Sphere amarilla tiene Collider con Is Trigger.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BA732-BFBB-4B4B-B6FA-2D15E2EA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E8D3C-A652-4893-B241-89125305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241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El player necesita tag Player.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03FD6-7886-4CF6-88CC-CF5DB3F8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BC4C3-D3C6-47F4-98D8-43EA97EC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956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Collectible avisa a GameManager y se desactiva.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65524-6372-4584-A75D-62C1D191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9AF04-3E45-4BE4-86CC-2A5BCFAF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671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GameManager cuenta puntos y detecta victoria.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81942-F7CF-494C-B721-7B9FF446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143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0C683-CDB1-4A92-8F3D-63D56925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05025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Riesgo 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2EE08-DB5F-4098-B75E-20E5FEA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47925"/>
            <a:ext cx="28003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Si no hay Rigidbody o el tag esta mal, OnTriggerEnter no se ejecuta como esperamos.</a:t>
            </a:r>
          </a:p>
        </p:txBody>
      </p:sp>
    </p:spTree>
    <p:extLst>
      <p:ext uri="{BB962C8B-B14F-4D97-AF65-F5344CB8AC3E}">
        <p14:creationId xmlns:p14="http://schemas.microsoft.com/office/powerpoint/2010/main" val="81131522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EF3E82-0C9F-444B-9EEE-3717F030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44F75-9708-424C-BCA6-E07781C7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009E0-1C6E-4C58-BB82-836B97DA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C4FF9-05A9-4EDC-8093-132E6D1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D82FA-529E-42B8-84E6-CCEE929A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B14D0-47A1-495C-AEE8-FB1EF2DB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Collectible.cs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D0EA9-6867-4B5F-AFF2-78B04D40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9334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3DB11-27B7-4311-B143-10A450DA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89154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using UnityEngine;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public class Collectible : MonoBehaviour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[SerializeField] private int points = 1;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bool collected;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OnTriggerEnter(Collider other)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(collected) return;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(!other.CompareTag("Player"))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collected =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GameManager gm = FindObjectOfType&lt;GameManager&gt;();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(gm != null) gm.AddScore(points);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gameObject.SetActive(false);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0394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CAE4B4-6A22-4C76-903E-F375A4AE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4F289-AD11-44B8-AE4F-B7D5716C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90B49-159A-490C-92A7-96EE970E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2C04D-4B15-4F91-96C8-7051E9C0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06AFC-D17F-4D10-92BE-E579F333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D841E-B464-46F4-97C0-74EDF4F7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GameManager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8638D-C7EB-4B03-9FE2-DA7F390B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476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83983-137A-4494-857B-A264C97A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40576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Responsabilidades:</a:t>
            </a:r>
          </a:p>
          <a:p xmlns:a="http://schemas.openxmlformats.org/drawingml/2006/main">
            <a:pPr algn="l">
              <a:defRPr sz="15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Guardar score.</a:t>
            </a:r>
          </a:p>
          <a:p xmlns:a="http://schemas.openxmlformats.org/drawingml/2006/main">
            <a:pPr algn="l">
              <a:defRPr sz="15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Contar coleccionables totales al empezar.</a:t>
            </a:r>
          </a:p>
          <a:p xmlns:a="http://schemas.openxmlformats.org/drawingml/2006/main">
            <a:pPr algn="l">
              <a:defRPr sz="15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Actualizar ScoreText.</a:t>
            </a:r>
          </a:p>
          <a:p xmlns:a="http://schemas.openxmlformats.org/drawingml/2006/main">
            <a:pPr algn="l">
              <a:defRPr sz="15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Mostrar YOU WIN al recoger todo.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Restricciones:</a:t>
            </a:r>
          </a:p>
          <a:p xmlns:a="http://schemas.openxmlformats.org/drawingml/2006/main">
            <a:pPr algn="l">
              <a:defRPr sz="15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no eventos todavia</a:t>
            </a:r>
          </a:p>
          <a:p xmlns:a="http://schemas.openxmlformats.org/drawingml/2006/main">
            <a:pPr algn="l">
              <a:defRPr sz="15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no ScriptableObjects</a:t>
            </a:r>
          </a:p>
          <a:p xmlns:a="http://schemas.openxmlformats.org/drawingml/2006/main">
            <a:pPr algn="l">
              <a:defRPr sz="15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null-checks simples para UI</a:t>
            </a:r>
          </a:p>
          <a:p xmlns:a="http://schemas.openxmlformats.org/drawingml/2006/main">
            <a:pPr algn="l">
              <a:defRPr sz="15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TextMeshProUGUI en Inspector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85D55-DD3B-44AA-8CD6-FCBEC70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4191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C4A1B-07C0-48AB-BB4F-FFAE5766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37719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public void AddScore(int points)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if (gameEnded)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score += points;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collectedCount++;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UpdateScoreUI();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if (collectedCount &gt;= totalCollectibles)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WinGame();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31093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4D65DC-BE9B-47E1-ABAE-B756C3C5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980A7-39DB-4B21-80BE-0199CCE6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C3F6D-7ED3-48CA-A023-59D0BA3A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9AAB6-99CD-4E54-A972-A5E60633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D25AE-E73F-4F91-AD05-FB247BAC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2B598-B3E6-44FD-AAA6-2CF2277E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Tiempo, estados y reinicio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7299F-5B35-44EF-B68C-06034150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8575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6DF50-A891-4F36-B314-F32D140C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Tiempo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109F6-989C-45AE-B401-E30B4E26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25146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startTime = 60</a:t>
            </a:r>
          </a:p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Resta Time.deltaTime.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5D682-6B62-4949-8E26-40AAB141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09750"/>
            <a:ext cx="28575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AE99F-10FF-4189-A262-7EA44888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621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Estados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E6647-7FF5-48B4-8814-FE599480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05050"/>
            <a:ext cx="25146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gameEnded bloquea score</a:t>
            </a:r>
          </a:p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y countdown.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F42A9-7ECB-4084-8859-76B77280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28575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61634-8C7A-4ACD-81ED-ED70AF5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621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Reinicio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3093D-110C-4142-9103-3765DED8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05050"/>
            <a:ext cx="25146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Tecla R + SceneManager.LoadScene.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9D4B8-473E-4586-8DAA-451CF397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9048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1C976-CE8F-4338-A61D-BFEEDA7A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38575"/>
            <a:ext cx="86296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Prompt: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Tengo este GameManager actual: [pegar codigo]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Quiero temporizador de 60s, derrota al llegar a 0,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victoria si recoge todo antes, y reinicio con R.</a:t>
            </a:r>
          </a:p>
          <a:p xmlns:a="http://schemas.openxmlformats.org/drawingml/2006/main">
            <a:pPr algn="l">
              <a:defRPr sz="135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Modifica solo GameManager. No uses Time.timeScale.</a:t>
            </a:r>
          </a:p>
        </p:txBody>
      </p:sp>
    </p:spTree>
    <p:extLst>
      <p:ext uri="{BB962C8B-B14F-4D97-AF65-F5344CB8AC3E}">
        <p14:creationId xmlns:p14="http://schemas.microsoft.com/office/powerpoint/2010/main" val="110288178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C4DEC5-4226-4775-9E5E-734735E1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D84C6-DBF9-4A59-A921-0A38123C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F2768-B6CC-457B-82E6-A5B591D5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AE839-D6D1-4C92-A3A8-ED9F2D06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CA965-9F59-4D12-98F8-578D1B59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B35F4-F80F-41EB-868F-00A92310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Flujo de estado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B6E2F-2ACE-420F-8F0A-94777630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60637-67C4-4C23-A8F8-EAE1A506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Inicio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695A1-AF0E-41F5-8271-1B706752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2412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535A6-1BCA-49A9-91F0-F6A42453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14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Jugando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D5DDC-68F3-4643-A541-E798CCD9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8ABE1-4869-4D40-A5CA-753D6533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431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Victoria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928D5-DE9A-4E86-802E-0FADDF50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5299F-A43C-4320-868E-10FEF410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861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Derrota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E79C5-9307-437F-9BBB-353FD501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2E088-3454-4331-9497-781B62D6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R reinicia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CBBF0-E778-4046-B8E4-B36086DB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860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671EB-DBBB-44E1-A0F8-1213C602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3317A-526D-4E35-8F4F-D5A26B06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40A57-A04F-4036-B702-44445233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860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4BE3A-A0B5-42D7-BCF7-92DE3FEA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BAFA6-49FB-41D7-A039-00CB6AC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815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El estado evita sumar puntos despues del final.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BA21B-1F2F-4A1C-880F-546652FA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76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FA496-6B65-4212-955D-3D92FFB2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7815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El temporizador se detiene logicamente al ganar o perder.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072955-45B6-4077-8EB1-CF1FC0BF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76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96163-F2C3-416C-B030-5B538E9E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816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No usamos Time.timeScale para mantenerlo simple.</a:t>
            </a:r>
          </a:p>
        </p:txBody>
      </p:sp>
    </p:spTree>
    <p:extLst>
      <p:ext uri="{BB962C8B-B14F-4D97-AF65-F5344CB8AC3E}">
        <p14:creationId xmlns:p14="http://schemas.microsoft.com/office/powerpoint/2010/main" val="111361720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788801-B7BA-4EE5-8FBF-ADCA7829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91842-A7FC-4B50-8B91-3A4E0EAE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FB0C7-A6CB-406F-8C91-F656DE17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3268A-C859-4468-84B0-976AC21C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10673-08A1-44BA-AC45-6821D8CB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E23A1-4DAE-40D0-AF0F-B2F949D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Obstaculos con cubos rojos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E7D2B-3ABE-44AC-912B-FECEDC8D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857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1"/>
          </a:solidFill>
          <a:ln xmlns:a="http://schemas.openxmlformats.org/drawingml/2006/main" w="19050">
            <a:solidFill>
              <a:srgbClr val="9CA3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6FCAC-E82D-481F-AA85-45572E21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14575"/>
            <a:ext cx="45148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3"/>
          </a:solidFill>
          <a:ln xmlns:a="http://schemas.openxmlformats.org/drawingml/2006/main" w="9525">
            <a:solidFill>
              <a:srgbClr val="B6BB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FA423-4FEC-46C5-92BA-F19B4E15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0313E-F07C-4574-9027-3C424CEB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93466-FE42-4414-BA49-4584E206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71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21457-AE93-4A21-944C-387D7E02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43125"/>
            <a:ext cx="171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0AA"/>
          </a:solidFill>
          <a:ln xmlns:a="http://schemas.openxmlformats.org/drawingml/2006/main" w="0">
            <a:solidFill>
              <a:srgbClr val="7B82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2EB65-19BF-490E-B6C5-0C4BA73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09975"/>
            <a:ext cx="323850" cy="5143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1743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A4620-CFF0-4CAE-86E6-77FF60B5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86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5A490-0D7C-46AE-AF68-102B959C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4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FE28C-349B-46E4-BB7F-E709B3E0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1F759-8010-45A5-91FE-2840FF0A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33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B055C-230A-44F2-B31B-44169D56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38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19278-6C53-491A-86D7-5524693E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29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BD38E-35C1-4C59-85C1-C6599ECE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3B214-BDBB-46A4-8D6C-DBAA9FDB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C78B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24C4F-A3D3-4D8C-B179-9B6CC608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62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9525">
            <a:solidFill>
              <a:srgbClr val="A4001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7848D-0B88-452A-B004-B2B80F96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09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3062C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4181BA-43FC-412A-AD10-88317762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29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9525">
            <a:solidFill>
              <a:srgbClr val="A4001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EA9BF9-69FD-4A99-AC19-51E4153C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576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3062C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40648-B338-4520-B697-E3D7796D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9525">
            <a:solidFill>
              <a:srgbClr val="A4001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18AAE-E596-4CA5-BCD5-C03FB508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0537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3062C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8EFF8C-F7E6-4730-B8AE-0BB7F946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05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9525">
            <a:solidFill>
              <a:srgbClr val="1570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EC24F6-C6D1-49AC-9205-6C79C12D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96CA4A-BA0B-47F0-B11B-99B57855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00250"/>
            <a:ext cx="4429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Cubos rojos con Collider normal.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E1E19F-7A83-4E2C-949F-B93775A7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F95207-F757-4C1A-8EC2-8639D536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52700"/>
            <a:ext cx="4429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Se mueven entre dos puntos con MoveTowards.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8651D7-E0C6-42FD-9AA7-3A60AEAF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00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C5EDEE-7B06-4AE0-AF13-E4265394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05150"/>
            <a:ext cx="4429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Al colisionar con Player llaman a LoseGame().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FD583A-C872-4C1A-A344-5BBA3F4B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52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7E92C8-AB2C-41D0-B888-1EAAF47F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57600"/>
            <a:ext cx="4429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La dificultad se ajusta con velocidad, distancia y posicion.</a:t>
            </a:r>
          </a:p>
        </p:txBody>
      </p:sp>
    </p:spTree>
    <p:extLst>
      <p:ext uri="{BB962C8B-B14F-4D97-AF65-F5344CB8AC3E}">
        <p14:creationId xmlns:p14="http://schemas.microsoft.com/office/powerpoint/2010/main" val="211291263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52E7F0-B052-4465-BF84-235A3CF4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152B6-764B-45C4-991A-E58FAD7A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60424-FEBB-48C6-BEC1-12DE4F60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DF35F-C111-4433-8991-B73761FC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D44E4-B7E1-48EB-8B42-3009B1F0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2779F-EB2D-4C00-9F1B-2E6B9E4F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MovingObstacle.cs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9B795-9BC6-4FED-B74A-684BFA83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572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2684B-B0C0-4DAD-9D59-E0E61970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95450"/>
            <a:ext cx="101536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public class MovingObstacle : MonoBehaviour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[SerializeField] private float moveDistance = 4f;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[SerializeField] private float moveSpeed = 3f;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[SerializeField] private Vector3 moveDirection = Vector3.right;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Vector3 targetA, targetB, currentTarget;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GameManager gameManager;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Start()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Vector3 dir = moveDirection.normalized;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targetA = transform.position - dir * moveDistance;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targetB = transform.position + dir * moveDistance;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currentTarget = targetB;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gameManager = FindObjectOfType&lt;GameManager&gt;();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Update()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transform.position = Vector3.MoveTowards(transform.position, currentTarget, moveSpeed * Time.deltaTime);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(Vector3.Distance(transform.position, currentTarget) &lt;= 0.05f)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    currentTarget = currentTarget == targetA ? targetB : targetA;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715894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D93810-E933-4EE3-9509-5C3EF1C9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D1D42-212C-431C-BCB6-4528620A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AF163-E365-45C5-8A5B-9B933F28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3E6AC-C982-4C94-AAAC-B9DF49AE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BC447-3FCE-4940-A1A0-27135D01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EFB48-1E1E-4A9E-BECE-F42539FA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Camara y pulido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44FA7-2FF6-4DAC-8433-9B4D1656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CA1A2-1AD0-4B51-A06C-37F6EB31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050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La opcion minima: camara fija inclinada.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E8D72-46EF-437E-AF0B-71A9CF7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C44D7-A3FB-4993-9717-3A681DD1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La opcion practica: CameraFollow con offset y LateUpdate.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6C958-8948-4654-989E-23EC1338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592E3-CBCF-4701-BD82-554EE7B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No usamos Cinemachine para reducir dependencias.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C1903-5DBB-4260-855B-2C05E183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D70F9-7D29-482A-B712-856D1585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Pulido: paredes, colores, posiciones, velocidades y tiempo.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D28CA-76AD-4C83-888D-27108022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71875"/>
            <a:ext cx="4095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E3A27-5AC1-410B-A665-8A72B92B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743325"/>
            <a:ext cx="36766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Prompt: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Necesito CameraFollow simple.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Target = Capsule Player.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Mantener offset configurable.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Usar LateUpdate.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No usar Cinemachine.</a:t>
            </a:r>
          </a:p>
          <a:p xmlns:a="http://schemas.openxmlformats.org/drawingml/2006/main">
            <a:pPr algn="l">
              <a:defRPr sz="12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Codigo completo + Inspector.</a:t>
            </a:r>
          </a:p>
        </p:txBody>
      </p:sp>
    </p:spTree>
    <p:extLst>
      <p:ext uri="{BB962C8B-B14F-4D97-AF65-F5344CB8AC3E}">
        <p14:creationId xmlns:p14="http://schemas.microsoft.com/office/powerpoint/2010/main" val="61861883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FB77EC-7C16-4A75-BAF3-42DC87AF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1E3BE-76BB-4CA3-8A2D-143B3E64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643D9-A5E3-492E-B98C-35E1B65B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63CDD-86CB-49C5-A265-68FD8274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716C1-8FD2-45F0-AC9D-75A61AC0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7319D-4350-43DA-ACB6-7DF02275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Debugging con ChatGPT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37785-2EC7-40BA-8133-E06517BC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9525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6D36E-B18D-4ADB-94E9-3DED95E5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90700"/>
            <a:ext cx="9105900" cy="3533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Tengo este error en Unity: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[pegar error completo]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Este es el script: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[pegar script]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Contexto de la escena: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GameObject donde esta el script: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componentes del Player: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tag del Player: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colliders: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Rigidbody: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- referencias asignadas en Inspector: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Dime: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1. causa mas probable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2. como comprobarlo en Unity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3. cambio minimo</a:t>
            </a:r>
          </a:p>
          <a:p xmlns:a="http://schemas.openxmlformats.org/drawingml/2006/main">
            <a:pPr algn="l">
              <a:defRPr sz="1200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4. que no deberia tocar</a:t>
            </a:r>
          </a:p>
        </p:txBody>
      </p:sp>
    </p:spTree>
    <p:extLst>
      <p:ext uri="{BB962C8B-B14F-4D97-AF65-F5344CB8AC3E}">
        <p14:creationId xmlns:p14="http://schemas.microsoft.com/office/powerpoint/2010/main" val="11209087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F938D1-CB8D-4689-B43D-817A0CE5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96200-08D8-4084-8ADD-57A62C4C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A233D-79E9-4773-BBF6-87A4FE1C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6901F-AA79-43E2-8098-FF65E981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CDAE5-D32A-4A18-8A98-72C96193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E5145-3C29-4BE8-B96C-0B5D45C4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Bugs tipicos de Unity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6FD1C-63B7-4A2E-8F6D-79BE77DF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33387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D1D46-87AC-4201-9603-21772224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3990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NullReferenceException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2B25D-112A-40AB-8F71-1729DBCA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39909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Falta asignar texto UI en Inspector.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CD30A-1186-43E6-8EA0-C2B9350E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14500"/>
            <a:ext cx="433387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0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F13E6-6EC7-4324-B2DE-B1BCFDF4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866900"/>
            <a:ext cx="3990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OnTriggerEnter no salta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221E3-5062-4B97-A515-05809FA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39909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Is Trigger, tag Player o Rigidbody incorrectos.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E4441-4244-465E-91D0-38E54F80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433387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F126F-3ADB-4E79-A91C-7869F27D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3990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OnCollisionEnter no salta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C30C4-12F7-4510-89BA-A3921646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39909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Collider en trigger o falta Rigidbody.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FA2B6-54C1-4A2C-872C-06A53F75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38450"/>
            <a:ext cx="433387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0D6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0045D-0716-4D5C-A12D-6CF21CB4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990850"/>
            <a:ext cx="3990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La camara tiembla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CEBFA-53AF-4A09-BEEB-A4640F70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333750"/>
            <a:ext cx="39909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Seguir en Update en vez de LateUpdate.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438FF-39E0-42FA-B47C-E24B6C65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433387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54ECA-D98B-4652-9C05-0CF8C5DE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3990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LoadScene falla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23E7E-5866-4A7C-89CC-90FE26D6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39909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Falta using, escena no guardada o Build Settings.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DCB63-A440-4CCC-A671-D7ED84B7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62400"/>
            <a:ext cx="433387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0D6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F8AD1-1209-4DF5-8917-C90F95D0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14800"/>
            <a:ext cx="3990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Input no funciona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74274C-E31F-4E85-BCC9-06D5C471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57700"/>
            <a:ext cx="39909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Active Input Handling no esta en Both.</a:t>
            </a:r>
          </a:p>
        </p:txBody>
      </p:sp>
    </p:spTree>
    <p:extLst>
      <p:ext uri="{BB962C8B-B14F-4D97-AF65-F5344CB8AC3E}">
        <p14:creationId xmlns:p14="http://schemas.microsoft.com/office/powerpoint/2010/main" val="99106501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D43E39-A23F-4890-8FF1-635DAAE3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F2837-C0E8-4B07-BC93-31F731AD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D700E-5DB2-47C0-A2BD-71AEDD7D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86DD1-D3E6-4585-8C90-42326318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9EA0C-E67E-4615-9530-825AA37B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ABF1C-B54C-4423-A7CD-3FE3589C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Alucinaciones frecuentes en Unity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824EB-3E51-4655-8883-0B7B6289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467FD-EF69-403D-8166-67CB135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809750"/>
            <a:ext cx="923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Mezclar fisica 2D y 3D: Rigidbody2D, Collider2D, OnTriggerEnter2D.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C9A26-7009-4D64-A2AE-10D0BB87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211F1-DEB1-46D4-9C70-47072A11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362200"/>
            <a:ext cx="923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Inventar metodos o APIs que no existen en la version del alumno.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17A71-B469-4821-89D4-B385A767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9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1D357-6F00-484E-B79C-54B48085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14650"/>
            <a:ext cx="923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Usar nuevo Input System aunque la practica pida Input clasico.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8B2EA-6490-425D-A9B5-5B9DAD23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62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DAC2C-A0F2-4C65-90FE-BA640590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67100"/>
            <a:ext cx="923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Crear managers innecesarios para una mecanica simple.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FC097-101E-4F66-9FC7-73D09984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14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66911-80B3-42BA-BFE6-319F0A20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19550"/>
            <a:ext cx="923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Olvidar referencias de Inspector o cambiar nombres publicos usados por UI.</a:t>
            </a:r>
          </a:p>
        </p:txBody>
      </p:sp>
    </p:spTree>
    <p:extLst>
      <p:ext uri="{BB962C8B-B14F-4D97-AF65-F5344CB8AC3E}">
        <p14:creationId xmlns:p14="http://schemas.microsoft.com/office/powerpoint/2010/main" val="39314530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8FCCC0-53A7-4E9F-A797-901063AF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07E15-B0C3-4697-B3FE-852C6201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EE476-D372-45EC-9E2F-E398E585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4F4F6-F74A-44FC-A9DF-368F4870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DA686-22E3-4A4D-BC86-14F75100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6E86B-7C0C-4FA1-BC78-2C7BAD2F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Actividad final por grupos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91D40-72C3-4499-86CD-D5280C02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3D804-A3E6-4FCA-AFF8-40FC321F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52625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Cada grupo termina una escena jugable.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8FD52-FCA4-4503-856C-E8168AB9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3BC30-FD9E-477C-905D-4B1CBD06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43175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Debe explicar un prompt que le ayudo y un prompt que fallo.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94893-EA1F-4A84-91DD-98FFA730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28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8097A-0BF9-4A11-B367-281E15DD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133725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Debe mostrar una prueba en Play Mode.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C99CA-0A82-419C-99A4-47F56DE3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9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33A36-1DBF-46F6-AA43-59571A96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24275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Debe identificar un riesgo de Inspector o configuracion.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55C11-0BE7-47B0-9292-290D67A7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1432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306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7E69F-0B56-4712-AFAE-5D5CB277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57650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23"/>
                </a:solidFill>
                <a:latin typeface="Aptos"/>
                <a:ea typeface="Aptos"/>
                <a:cs typeface="Aptos"/>
              </a:rPr>
              <a:t>Pregunta clave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12F2A-3DCE-42FB-9847-0B554AA2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Que parte fue codigo y que parte era configuracion de Unity?</a:t>
            </a:r>
          </a:p>
        </p:txBody>
      </p:sp>
    </p:spTree>
    <p:extLst>
      <p:ext uri="{BB962C8B-B14F-4D97-AF65-F5344CB8AC3E}">
        <p14:creationId xmlns:p14="http://schemas.microsoft.com/office/powerpoint/2010/main" val="151206295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CC137D-7AD4-4D57-9592-14AF83FC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281D9-DFD8-4952-8C45-0809EEE0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DEEDC-59A3-4224-BD12-CF2CF426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13A5F-A496-46E8-B663-7EC7B66B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B00B8-8FFD-434D-9CB1-7F39D51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BBD9B-FD7B-4AA4-8191-570222F5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Checklist de entrega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E773A-7F02-4A9B-80EC-8CF35F71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90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532CE-FE68-4779-ACCA-E73D87A2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954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Player se mueve y no gira raro.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7B9EB-ABB5-4420-A2F1-AF10FE21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C4230-16EA-4CAB-B6A2-9F3BC99B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1717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Score aumenta al recoger Spheres.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D777A-C157-4F2F-B71E-E755CA5D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43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C8264-48C0-47F8-A520-634E68AB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479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El tiempo baja y puede provocar derrota.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83B45-541A-41EA-9770-EE587492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5EAB6-8FCE-4C75-854F-7AF78FAC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1242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Obstaculos moviles causan Game Over.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B5D7E-3A12-45D2-A295-40CD9AAA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02FFD-3C58-4D6E-83B8-0C951215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004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Victoria al recoger todo.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04624-4F59-4C06-A666-02B8ADFA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B81C4-D651-4AF3-80DD-12306DF7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767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Tecla R reinicia la escena.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2BD37-900F-4CE8-8A64-49ABF6F3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AAE3CE-03C7-43D4-8E59-60881C4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Textos UI asignados.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7B639-9E9B-4B42-944F-F737A4EF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0827F-910A-4D8D-A39F-8E9AAC1C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717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Tag Player correcto.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C77ED-F5AC-4511-ADBA-AA007969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9F08B-A544-4476-88B3-875F3AA0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Colliders y Rigidbody revisados.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D35E3-35FF-4BF7-A117-3E096D89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1CBAD-C95C-4EED-AD0A-857B67D2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242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Escena guardada.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89F882-E9AF-405C-8A8B-27456D05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1B13D2-E5A8-43ED-A6AC-04E99ACF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04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Build Settings revisado si hace falta.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B8371D-8E1A-41D0-99EA-68DEE827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812117-CE2E-4555-B7D5-30B940CD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No hay errores en consola.</a:t>
            </a:r>
          </a:p>
        </p:txBody>
      </p:sp>
    </p:spTree>
    <p:extLst>
      <p:ext uri="{BB962C8B-B14F-4D97-AF65-F5344CB8AC3E}">
        <p14:creationId xmlns:p14="http://schemas.microsoft.com/office/powerpoint/2010/main" val="97591857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DED00-C193-40EA-9582-FF0DE5CD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EE2A8-3EE4-4942-95CA-A802DC32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3EB5C-33FF-4895-A0A1-A5919C39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E0066-1947-405E-B782-B1A53D14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6744C-3C1F-4619-9138-3DE77BA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4A81B-D619-4AE5-AB01-7DC8BDD5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Scripts finales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D5AA6-0055-4985-A248-05B8DBF8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D9BBE-F936-4B24-B459-33751EF6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EFF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5EFF"/>
                </a:solidFill>
                <a:latin typeface="Consolas"/>
                <a:ea typeface="Consolas"/>
                <a:cs typeface="Consolas"/>
              </a:rPr>
              <a:t>PlayerMovement.cs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F47BE-8263-4FF3-AA26-A8F69CC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717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Input + Rigidbody.MovePosition.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554E1-128E-4528-8E37-468774F5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419D2-62ED-46D6-9ACF-1F46B8C4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95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9C80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9C80E"/>
                </a:solidFill>
                <a:latin typeface="Consolas"/>
                <a:ea typeface="Consolas"/>
                <a:cs typeface="Consolas"/>
              </a:rPr>
              <a:t>Collectible.cs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D9FB3-5872-4485-867F-06D8A6FE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717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Trigger + score + desactivar.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CA1EE-C222-4851-BEFC-8DDF375F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9DAE5-5D1A-4398-AF8D-49499213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95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062C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E3062C"/>
                </a:solidFill>
                <a:latin typeface="Consolas"/>
                <a:ea typeface="Consolas"/>
                <a:cs typeface="Consolas"/>
              </a:rPr>
              <a:t>GameManager.cs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880FB-C5B3-4F61-A292-4B30DDEE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717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Score, tiempo, estado, reinicio.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95CE6-B202-4480-B2C4-3929C57D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90875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C8A36-2D43-41D4-9C9C-BB6ED8AB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337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062C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E3062C"/>
                </a:solidFill>
                <a:latin typeface="Consolas"/>
                <a:ea typeface="Consolas"/>
                <a:cs typeface="Consolas"/>
              </a:rPr>
              <a:t>MovingObstacle.cs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46298-4776-4FB8-9D20-9F7A18E1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0997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Patrulla + derrota por colision.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F363D-4E0B-4012-9DD5-77532654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DE14B-080C-4B23-A0DF-C5E0988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337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573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5C6573"/>
                </a:solidFill>
                <a:latin typeface="Consolas"/>
                <a:ea typeface="Consolas"/>
                <a:cs typeface="Consolas"/>
              </a:rPr>
              <a:t>CameraFollow.cs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8E0F9-A696-48F1-8B41-15186022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0997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Seguimiento simple con offset.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91330-77B5-45D8-B7D2-A2ED3603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306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3062C"/>
                </a:solidFill>
                <a:latin typeface="Aptos Display"/>
                <a:ea typeface="Aptos Display"/>
                <a:cs typeface="Aptos Display"/>
              </a:rPr>
              <a:t>Cinco scripts. Ningun sistema nuevo innecesario.</a:t>
            </a:r>
          </a:p>
        </p:txBody>
      </p:sp>
    </p:spTree>
    <p:extLst>
      <p:ext uri="{BB962C8B-B14F-4D97-AF65-F5344CB8AC3E}">
        <p14:creationId xmlns:p14="http://schemas.microsoft.com/office/powerpoint/2010/main" val="214141446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3195B1-DAD1-4080-8C4B-A4AEAFF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6C18E-D381-47C2-979D-847D18A8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F96B6-6C1D-4529-8CBB-116E2506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0DF08-9ABD-4472-9F98-34253504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F5221-8064-4431-BAB7-AB7EDB0A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3ED1D-8823-4229-B847-D7A1BB54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Cierre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31384-5D7A-4DE9-8036-6AA177E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306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3062C"/>
                </a:solidFill>
                <a:latin typeface="Aptos Display"/>
                <a:ea typeface="Aptos Display"/>
                <a:cs typeface="Aptos Display"/>
              </a:rPr>
              <a:t>La IA acelera el prototipo, no sustituye la prueba.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3E9A3-1D8A-4D3A-A37A-712ADE56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23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192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1923"/>
                </a:solidFill>
                <a:latin typeface="Aptos"/>
                <a:ea typeface="Aptos"/>
                <a:cs typeface="Aptos"/>
              </a:rPr>
              <a:t>El flujo profesional es: describir bien el problema, pedir ayuda concreta, aplicar cambios pequenos, probar en Unity, volver con contexto y verificar antes de confiar.</a:t>
            </a:r>
          </a:p>
        </p:txBody>
      </p:sp>
    </p:spTree>
    <p:extLst>
      <p:ext uri="{BB962C8B-B14F-4D97-AF65-F5344CB8AC3E}">
        <p14:creationId xmlns:p14="http://schemas.microsoft.com/office/powerpoint/2010/main" val="161883860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A8789-2E56-4474-AEAD-5930E82E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72676-7AE9-4C8D-830F-F53D115C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5C7F4-43AF-45D7-B7FA-A695FAF8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A27DA-D921-475D-B3E6-75505E20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AD0F9-7F5C-42A4-B182-4ADA381D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0934C-4E61-4BA0-AFED-2224E298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Anexo: PlayerMovement completo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1EE71-20A5-406B-94AB-67845A78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382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B0D6F-0924-47CD-A719-7E186A70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631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using UnityEngine;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[RequireComponent(typeof(Rigidbody))]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public class PlayerMovement : MonoBehaviour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[SerializeField] private float moveSpeed = 6f;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Rigidbody rb;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Vector3 moveDirection;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Awake() =&gt; rb = GetComponent&lt;Rigidbody&gt;();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Update()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float horizontal = Input.GetAxisRaw("Horizontal");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float vertical = Input.GetAxisRaw("Vertical");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moveDirection = new Vector3(horizontal, 0f, vertical).normalized;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FixedUpdate()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(rb == null) return;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Vector3 nextPosition = rb.position + moveDirection * moveSpeed * Time.fixedDeltaTime;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rb.MovePosition(nextPosition);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07628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EA5F20-BA30-414B-A6E9-28D8F105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D1165-88A5-41EB-94AD-D7A4E591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FEF46-1B62-47B5-84BC-A3FC3C6C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01FDA-42F2-4F64-8FA8-B4E67C94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D26AA-D1B3-4C25-ABB4-93139C89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D6B32-E01C-4BC9-958E-7DF1B37E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Anexo: Collectible completo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A930B-F237-498D-8833-F899F53D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9334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51F45-9869-4CAE-B675-D803A6FA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43075"/>
            <a:ext cx="89154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using UnityEngine;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public class Collectible : MonoBehaviour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[SerializeField] private int points = 1;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bool collected;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OnTriggerEnter(Collider other)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(collected) return;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(!other.CompareTag("Player"))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collected =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GameManager gameManager = FindObjectOfType&lt;GameManager&gt;();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(gameManager != null)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    gameManager.AddScore(points);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gameObject.SetActive(false);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559138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D51C9-7103-461D-9303-2EAF944C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E0E9A-29B8-4825-8D30-40A75EB2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8CE33-84A2-494C-AC10-A369842E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D5CE4-A94C-46E6-BB6D-34A53C76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8FFD4-3E24-49B6-8511-FD1A604D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25D3D-A763-4A40-9632-DBA9A17C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Anexo: GameManager 1/3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A0004-6A09-42AC-A178-938C8E52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477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8A8BA-54A8-47E0-B867-8F1C11A2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47825"/>
            <a:ext cx="100584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using TMPro;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using UnityEngine;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using UnityEngine.SceneManagement;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public class GameManager : MonoBehaviour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[SerializeField] private TextMeshProUGUI scoreText;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[SerializeField] private TextMeshProUGUI timeText;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[SerializeField] private TextMeshProUGUI messageText;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[SerializeField] private float startTime = 60f;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int score;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int totalCollectibles;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int collectedCount;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float timeRemaining;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bool gameEnded;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Start()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totalCollectibles = FindObjectsOfType&lt;Collectible&gt;().Length;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timeRemaining = startTime;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UpdateScoreUI();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UpdateTimeUI();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(messageText != null) messageText.text = "";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62110831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DC2ABD-D22E-4C4F-999C-FF360FA9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5794F-8688-4362-9638-58FFE507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FF87B-9A73-4BEF-B4F5-AC9123DC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8E1D0-C800-4F04-9022-9528F083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017B7-AFC6-46B8-A868-8A920EB4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70CA9-9D99-4817-825B-DE2A0A2F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Anexo: GameManager 2/3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1994B-F57E-4F50-B7D5-755EB724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477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5BEB6-FB26-4AF2-B939-CC254380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47825"/>
            <a:ext cx="100584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Update()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(Input.GetKeyDown(KeyCode.R)) { RestartGame(); return; }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(gameEnded)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timeRemaining -= Time.deltaTime;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(timeRemaining &lt;= 0f)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    timeRemaining = 0f;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    UpdateTimeUI();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    LoseGame();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    return;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UpdateTimeUI();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public void AddScore(int points)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(gameEnded) return;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score += points;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collectedCount++;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UpdateScoreUI();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(collectedCount &gt;= totalCollectibles) WinGame();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32663563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87D18-C30D-44F7-9D35-017CA9E9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ED39E-0DCC-41CA-AE1F-ED6D019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E6BF0-D4D7-4589-BF18-D8A6B191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7F301-7DC6-467D-96F0-410BE851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3547D-0EC5-4A19-94C9-A33D5E0F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D2BC4-3119-4B7E-995F-14430CDA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Anexo: GameManager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B57B9-D1B8-439C-99DF-80C231A0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04950"/>
            <a:ext cx="10287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93E8B-B1E9-4BCB-8491-CB28698C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676400"/>
            <a:ext cx="98679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public void LoseGame()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(gameEnded) return;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gameEnded = true;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(messageText != null) messageText.text = "GAME OVER - Press R";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WinGame()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gameEnded = true;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if (messageText != null) messageText.text = "YOU WIN! - Press R";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RestartGame()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Scene currentScene = SceneManager.GetActiveScene();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    SceneManager.LoadScene(currentScene.name);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UpdateScoreUI() { if (scoreText != null) scoreText.text = "Score: " + score; }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private void UpdateTimeUI() { if (timeText != null) timeText.text = "Time: " + Mathf.CeilToInt(timeRemaining); }</a:t>
            </a:r>
          </a:p>
          <a:p xmlns:a="http://schemas.openxmlformats.org/drawingml/2006/main">
            <a:pPr algn="l">
              <a:defRPr sz="97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822683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5AB02C-951B-43F3-AEA4-992F20A1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7E44E-34D9-4785-A3A8-DA96DB57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2C"/>
          </a:solidFill>
          <a:ln xmlns:a="http://schemas.openxmlformats.org/drawingml/2006/main" w="0">
            <a:solidFill>
              <a:srgbClr val="E306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C71A3-D731-41BD-8099-923160F5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06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2C"/>
                </a:solidFill>
                <a:latin typeface="Aptos"/>
                <a:ea typeface="Aptos"/>
                <a:cs typeface="Aptos"/>
              </a:rPr>
              <a:t>IA PRACTICA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3C778-C5F8-4C48-88EF-0114ABD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Master en Creacion de Videojuegos - IA aplicada / Unity 3D + C#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91007-BD3E-4252-A76A-0327D208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A5CF7-BEF7-4F11-A3A1-34C3B168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51923"/>
                </a:solidFill>
                <a:latin typeface="Aptos Display"/>
                <a:ea typeface="Aptos Display"/>
                <a:cs typeface="Aptos Display"/>
              </a:rPr>
              <a:t>Anexo: MovingObstacle + CameraFollow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23E03-1B81-4FAD-8891-9B807178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8858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56E7E-93C3-47C9-B24B-FB87D76A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85950"/>
            <a:ext cx="8439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// MovingObstacle: derrota al tocar Player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private void OnCollisionEnter(Collision collision)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if (!collision.collider.CompareTag("Player")) return;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if (gameManager != null) gameManager.LoseGame();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// CameraFollow: seguimiento simple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private void LateUpdate()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if (target == null)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Vector3 desired = target.position + offset;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transform.position = Vector3.Lerp(transform.position, desired, smoothSpeed * Time.deltaTime);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    transform.LookAt(target);</a:t>
            </a:r>
          </a:p>
          <a:p xmlns:a="http://schemas.openxmlformats.org/drawingml/2006/main">
            <a:pPr algn="l">
              <a:defRPr sz="1125" b="0">
                <a:solidFill>
                  <a:srgbClr val="E7ED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7ED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1D5DC-D011-4A05-AC43-5F9F5B29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911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5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573"/>
                </a:solidFill>
                <a:latin typeface="Aptos"/>
                <a:ea typeface="Aptos"/>
                <a:cs typeface="Aptos"/>
              </a:rPr>
              <a:t>En aula conviene mostrar los scripts completos en Unity y usar estas diapositivas como referencia proyectable.</a:t>
            </a:r>
          </a:p>
        </p:txBody>
      </p:sp>
    </p:spTree>
    <p:extLst>
      <p:ext uri="{BB962C8B-B14F-4D97-AF65-F5344CB8AC3E}">
        <p14:creationId xmlns:p14="http://schemas.microsoft.com/office/powerpoint/2010/main" val="2098882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2026-06-07T20:52:43.0160000Z</dcterms:created>
  <dcterms:modified xsi:type="dcterms:W3CDTF">2026-06-07T20:52:43.0160000Z</dcterms:modified>
</coreProperties>
</file>