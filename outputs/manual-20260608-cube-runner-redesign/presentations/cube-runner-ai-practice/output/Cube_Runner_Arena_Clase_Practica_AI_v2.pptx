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e7ca24fafa464f" /><Relationship Type="http://schemas.openxmlformats.org/officeDocument/2006/relationships/extended-properties" Target="/docProps/app.xml" Id="Rf9576cdddd75464b" /><Relationship Type="http://schemas.openxmlformats.org/officeDocument/2006/relationships/officeDocument" Target="/ppt/presentation.xml" Id="R1231ce46d1e74d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41dbaeae724c1e"/>
  </p:sldMasterIdLst>
  <p:notesMasterIdLst>
    <p:notesMasterId xmlns:r="http://schemas.openxmlformats.org/officeDocument/2006/relationships" r:id="R476cc65e668143b4"/>
  </p:notesMasterIdLst>
  <p:sldIdLst>
    <p:sldId xmlns:r="http://schemas.openxmlformats.org/officeDocument/2006/relationships" id="256" r:id="R01ea6190e25848ba"/>
    <p:sldId xmlns:r="http://schemas.openxmlformats.org/officeDocument/2006/relationships" id="257" r:id="Ra0cb500ce3554867"/>
    <p:sldId xmlns:r="http://schemas.openxmlformats.org/officeDocument/2006/relationships" id="258" r:id="Rcced9b8276924824"/>
    <p:sldId xmlns:r="http://schemas.openxmlformats.org/officeDocument/2006/relationships" id="259" r:id="R1123d701094e4037"/>
    <p:sldId xmlns:r="http://schemas.openxmlformats.org/officeDocument/2006/relationships" id="260" r:id="R5cd5635a39b64106"/>
    <p:sldId xmlns:r="http://schemas.openxmlformats.org/officeDocument/2006/relationships" id="261" r:id="Rbbbed9c9bfa04b27"/>
    <p:sldId xmlns:r="http://schemas.openxmlformats.org/officeDocument/2006/relationships" id="262" r:id="Rb0d87354a5944fb0"/>
    <p:sldId xmlns:r="http://schemas.openxmlformats.org/officeDocument/2006/relationships" id="263" r:id="Re06acbcb598d4d20"/>
    <p:sldId xmlns:r="http://schemas.openxmlformats.org/officeDocument/2006/relationships" id="264" r:id="Rf8268b14a70f4ebf"/>
    <p:sldId xmlns:r="http://schemas.openxmlformats.org/officeDocument/2006/relationships" id="265" r:id="R723651799a204cc2"/>
    <p:sldId xmlns:r="http://schemas.openxmlformats.org/officeDocument/2006/relationships" id="266" r:id="R9760e0633f664e82"/>
    <p:sldId xmlns:r="http://schemas.openxmlformats.org/officeDocument/2006/relationships" id="267" r:id="R802cdabc2d8a46df"/>
    <p:sldId xmlns:r="http://schemas.openxmlformats.org/officeDocument/2006/relationships" id="268" r:id="R783f811b022c47a0"/>
    <p:sldId xmlns:r="http://schemas.openxmlformats.org/officeDocument/2006/relationships" id="269" r:id="Raa7e7e2e3c904eb6"/>
    <p:sldId xmlns:r="http://schemas.openxmlformats.org/officeDocument/2006/relationships" id="270" r:id="R6f64d79540b14c4c"/>
    <p:sldId xmlns:r="http://schemas.openxmlformats.org/officeDocument/2006/relationships" id="271" r:id="R5de1b0c843ef47f8"/>
    <p:sldId xmlns:r="http://schemas.openxmlformats.org/officeDocument/2006/relationships" id="272" r:id="R4316e0d6cbcf4fd6"/>
    <p:sldId xmlns:r="http://schemas.openxmlformats.org/officeDocument/2006/relationships" id="273" r:id="Rf680c3ebcae747dc"/>
    <p:sldId xmlns:r="http://schemas.openxmlformats.org/officeDocument/2006/relationships" id="274" r:id="Re93c6727a89d494a"/>
    <p:sldId xmlns:r="http://schemas.openxmlformats.org/officeDocument/2006/relationships" id="275" r:id="Rde734bffdfeb4266"/>
    <p:sldId xmlns:r="http://schemas.openxmlformats.org/officeDocument/2006/relationships" id="276" r:id="Racc57cb2e24b4517"/>
    <p:sldId xmlns:r="http://schemas.openxmlformats.org/officeDocument/2006/relationships" id="277" r:id="Rdc0429babcf54ca6"/>
    <p:sldId xmlns:r="http://schemas.openxmlformats.org/officeDocument/2006/relationships" id="278" r:id="R6f93d924b4344b2d"/>
    <p:sldId xmlns:r="http://schemas.openxmlformats.org/officeDocument/2006/relationships" id="279" r:id="Rdf58386563ef4450"/>
    <p:sldId xmlns:r="http://schemas.openxmlformats.org/officeDocument/2006/relationships" id="280" r:id="R6091548143a74e1d"/>
    <p:sldId xmlns:r="http://schemas.openxmlformats.org/officeDocument/2006/relationships" id="281" r:id="R16e61282585e4e41"/>
    <p:sldId xmlns:r="http://schemas.openxmlformats.org/officeDocument/2006/relationships" id="282" r:id="Rb3af3c79e3f14785"/>
    <p:sldId xmlns:r="http://schemas.openxmlformats.org/officeDocument/2006/relationships" id="283" r:id="R69a131171f1846c8"/>
    <p:sldId xmlns:r="http://schemas.openxmlformats.org/officeDocument/2006/relationships" id="284" r:id="R814c17d51d104793"/>
    <p:sldId xmlns:r="http://schemas.openxmlformats.org/officeDocument/2006/relationships" id="285" r:id="Ra4cfc94fa2554bcc"/>
    <p:sldId xmlns:r="http://schemas.openxmlformats.org/officeDocument/2006/relationships" id="286" r:id="R1a10f95c10a8418d"/>
    <p:sldId xmlns:r="http://schemas.openxmlformats.org/officeDocument/2006/relationships" id="287" r:id="R6f091c607f7c4834"/>
    <p:sldId xmlns:r="http://schemas.openxmlformats.org/officeDocument/2006/relationships" id="288" r:id="Ra116809836184df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e5661b14b04789" /><Relationship Type="http://schemas.openxmlformats.org/officeDocument/2006/relationships/slideMaster" Target="/ppt/slideMasters/slideMaster1.xml" Id="Rd841dbaeae724c1e" /><Relationship Type="http://schemas.openxmlformats.org/officeDocument/2006/relationships/notesMaster" Target="/ppt/notesMasters/notesMaster1.xml" Id="R476cc65e668143b4" /><Relationship Type="http://schemas.openxmlformats.org/officeDocument/2006/relationships/presProps" Target="/ppt/presProps.xml" Id="R9f33a60a70de43f8" /><Relationship Type="http://schemas.openxmlformats.org/officeDocument/2006/relationships/viewProps" Target="/ppt/viewProps.xml" Id="R24a89e7a8ad84646" /><Relationship Type="http://schemas.openxmlformats.org/officeDocument/2006/relationships/tableStyles" Target="/ppt/tableStyles.xml" Id="Re705d394b88b407d" /><Relationship Type="http://schemas.openxmlformats.org/officeDocument/2006/relationships/slide" Target="/ppt/slides/slide1.xml" Id="R01ea6190e25848ba" /><Relationship Type="http://schemas.openxmlformats.org/officeDocument/2006/relationships/slide" Target="/ppt/slides/slide2.xml" Id="Ra0cb500ce3554867" /><Relationship Type="http://schemas.openxmlformats.org/officeDocument/2006/relationships/slide" Target="/ppt/slides/slide3.xml" Id="Rcced9b8276924824" /><Relationship Type="http://schemas.openxmlformats.org/officeDocument/2006/relationships/slide" Target="/ppt/slides/slide4.xml" Id="R1123d701094e4037" /><Relationship Type="http://schemas.openxmlformats.org/officeDocument/2006/relationships/slide" Target="/ppt/slides/slide5.xml" Id="R5cd5635a39b64106" /><Relationship Type="http://schemas.openxmlformats.org/officeDocument/2006/relationships/slide" Target="/ppt/slides/slide6.xml" Id="Rbbbed9c9bfa04b27" /><Relationship Type="http://schemas.openxmlformats.org/officeDocument/2006/relationships/slide" Target="/ppt/slides/slide7.xml" Id="Rb0d87354a5944fb0" /><Relationship Type="http://schemas.openxmlformats.org/officeDocument/2006/relationships/slide" Target="/ppt/slides/slide8.xml" Id="Re06acbcb598d4d20" /><Relationship Type="http://schemas.openxmlformats.org/officeDocument/2006/relationships/slide" Target="/ppt/slides/slide9.xml" Id="Rf8268b14a70f4ebf" /><Relationship Type="http://schemas.openxmlformats.org/officeDocument/2006/relationships/slide" Target="/ppt/slides/slide10.xml" Id="R723651799a204cc2" /><Relationship Type="http://schemas.openxmlformats.org/officeDocument/2006/relationships/slide" Target="/ppt/slides/slide11.xml" Id="R9760e0633f664e82" /><Relationship Type="http://schemas.openxmlformats.org/officeDocument/2006/relationships/slide" Target="/ppt/slides/slide12.xml" Id="R802cdabc2d8a46df" /><Relationship Type="http://schemas.openxmlformats.org/officeDocument/2006/relationships/slide" Target="/ppt/slides/slide13.xml" Id="R783f811b022c47a0" /><Relationship Type="http://schemas.openxmlformats.org/officeDocument/2006/relationships/slide" Target="/ppt/slides/slide14.xml" Id="Raa7e7e2e3c904eb6" /><Relationship Type="http://schemas.openxmlformats.org/officeDocument/2006/relationships/slide" Target="/ppt/slides/slide15.xml" Id="R6f64d79540b14c4c" /><Relationship Type="http://schemas.openxmlformats.org/officeDocument/2006/relationships/slide" Target="/ppt/slides/slide16.xml" Id="R5de1b0c843ef47f8" /><Relationship Type="http://schemas.openxmlformats.org/officeDocument/2006/relationships/slide" Target="/ppt/slides/slide17.xml" Id="R4316e0d6cbcf4fd6" /><Relationship Type="http://schemas.openxmlformats.org/officeDocument/2006/relationships/slide" Target="/ppt/slides/slide18.xml" Id="Rf680c3ebcae747dc" /><Relationship Type="http://schemas.openxmlformats.org/officeDocument/2006/relationships/slide" Target="/ppt/slides/slide19.xml" Id="Re93c6727a89d494a" /><Relationship Type="http://schemas.openxmlformats.org/officeDocument/2006/relationships/slide" Target="/ppt/slides/slide20.xml" Id="Rde734bffdfeb4266" /><Relationship Type="http://schemas.openxmlformats.org/officeDocument/2006/relationships/slide" Target="/ppt/slides/slide21.xml" Id="Racc57cb2e24b4517" /><Relationship Type="http://schemas.openxmlformats.org/officeDocument/2006/relationships/slide" Target="/ppt/slides/slide22.xml" Id="Rdc0429babcf54ca6" /><Relationship Type="http://schemas.openxmlformats.org/officeDocument/2006/relationships/slide" Target="/ppt/slides/slide23.xml" Id="R6f93d924b4344b2d" /><Relationship Type="http://schemas.openxmlformats.org/officeDocument/2006/relationships/slide" Target="/ppt/slides/slide24.xml" Id="Rdf58386563ef4450" /><Relationship Type="http://schemas.openxmlformats.org/officeDocument/2006/relationships/slide" Target="/ppt/slides/slide25.xml" Id="R6091548143a74e1d" /><Relationship Type="http://schemas.openxmlformats.org/officeDocument/2006/relationships/slide" Target="/ppt/slides/slide26.xml" Id="R16e61282585e4e41" /><Relationship Type="http://schemas.openxmlformats.org/officeDocument/2006/relationships/slide" Target="/ppt/slides/slide27.xml" Id="Rb3af3c79e3f14785" /><Relationship Type="http://schemas.openxmlformats.org/officeDocument/2006/relationships/slide" Target="/ppt/slides/slide28.xml" Id="R69a131171f1846c8" /><Relationship Type="http://schemas.openxmlformats.org/officeDocument/2006/relationships/slide" Target="/ppt/slides/slide29.xml" Id="R814c17d51d104793" /><Relationship Type="http://schemas.openxmlformats.org/officeDocument/2006/relationships/slide" Target="/ppt/slides/slide30.xml" Id="Ra4cfc94fa2554bcc" /><Relationship Type="http://schemas.openxmlformats.org/officeDocument/2006/relationships/slide" Target="/ppt/slides/slide31.xml" Id="R1a10f95c10a8418d" /><Relationship Type="http://schemas.openxmlformats.org/officeDocument/2006/relationships/slide" Target="/ppt/slides/slide32.xml" Id="R6f091c607f7c4834" /><Relationship Type="http://schemas.openxmlformats.org/officeDocument/2006/relationships/slide" Target="/ppt/slides/slide33.xml" Id="Ra116809836184d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c6aa0ad3bc4c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7402be213640d3" /><Relationship Type="http://schemas.openxmlformats.org/officeDocument/2006/relationships/notesMaster" Target="/ppt/notesMasters/notesMaster1.xml" Id="R7be6bc6e3605437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783d48484d425d" /><Relationship Type="http://schemas.openxmlformats.org/officeDocument/2006/relationships/notesMaster" Target="/ppt/notesMasters/notesMaster1.xml" Id="R97b69352cd7042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adc7e2a2d84f6e" /><Relationship Type="http://schemas.openxmlformats.org/officeDocument/2006/relationships/notesMaster" Target="/ppt/notesMasters/notesMaster1.xml" Id="R0254a2cfbb204d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fe45b689244af7" /><Relationship Type="http://schemas.openxmlformats.org/officeDocument/2006/relationships/notesMaster" Target="/ppt/notesMasters/notesMaster1.xml" Id="R49435345013c45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5eb4099c6d457e" /><Relationship Type="http://schemas.openxmlformats.org/officeDocument/2006/relationships/notesMaster" Target="/ppt/notesMasters/notesMaster1.xml" Id="Rd540c848fc624c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f683879c984236" /><Relationship Type="http://schemas.openxmlformats.org/officeDocument/2006/relationships/notesMaster" Target="/ppt/notesMasters/notesMaster1.xml" Id="Rebf4b14d453c42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61ffd9909348b0" /><Relationship Type="http://schemas.openxmlformats.org/officeDocument/2006/relationships/notesMaster" Target="/ppt/notesMasters/notesMaster1.xml" Id="Rca42c54f006046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8d38aef68f4f13" /><Relationship Type="http://schemas.openxmlformats.org/officeDocument/2006/relationships/notesMaster" Target="/ppt/notesMasters/notesMaster1.xml" Id="Rafe41004b7a04ab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c102ebbdb44e0b" /><Relationship Type="http://schemas.openxmlformats.org/officeDocument/2006/relationships/notesMaster" Target="/ppt/notesMasters/notesMaster1.xml" Id="R6621b1c9929448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a1e466b54b54429" /><Relationship Type="http://schemas.openxmlformats.org/officeDocument/2006/relationships/notesMaster" Target="/ppt/notesMasters/notesMaster1.xml" Id="R5e75bc75f5cd49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c16341482a480d" /><Relationship Type="http://schemas.openxmlformats.org/officeDocument/2006/relationships/notesMaster" Target="/ppt/notesMasters/notesMaster1.xml" Id="R586c7e32b2c043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cc848a83429453a" /><Relationship Type="http://schemas.openxmlformats.org/officeDocument/2006/relationships/notesMaster" Target="/ppt/notesMasters/notesMaster1.xml" Id="Rec4d6793e11f45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415dfc60a08461b" /><Relationship Type="http://schemas.openxmlformats.org/officeDocument/2006/relationships/notesMaster" Target="/ppt/notesMasters/notesMaster1.xml" Id="Rcc0a0c96cd7545d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21a794e8d504fde" /><Relationship Type="http://schemas.openxmlformats.org/officeDocument/2006/relationships/notesMaster" Target="/ppt/notesMasters/notesMaster1.xml" Id="Rb9b1bc631885419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2c825f1c764461" /><Relationship Type="http://schemas.openxmlformats.org/officeDocument/2006/relationships/notesMaster" Target="/ppt/notesMasters/notesMaster1.xml" Id="Rb83dce9f45634e2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fa52c97dba43b5" /><Relationship Type="http://schemas.openxmlformats.org/officeDocument/2006/relationships/notesMaster" Target="/ppt/notesMasters/notesMaster1.xml" Id="Rae62740e65df41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c53b1e3b5345e4" /><Relationship Type="http://schemas.openxmlformats.org/officeDocument/2006/relationships/notesMaster" Target="/ppt/notesMasters/notesMaster1.xml" Id="R088725cb30ae4d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a08d980308a48eb" /><Relationship Type="http://schemas.openxmlformats.org/officeDocument/2006/relationships/notesMaster" Target="/ppt/notesMasters/notesMaster1.xml" Id="R3b1782ec4e9f442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5dd1c0b4dad4b9c" /><Relationship Type="http://schemas.openxmlformats.org/officeDocument/2006/relationships/notesMaster" Target="/ppt/notesMasters/notesMaster1.xml" Id="R9d507dfeeb5142b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b1d578615d4127" /><Relationship Type="http://schemas.openxmlformats.org/officeDocument/2006/relationships/notesMaster" Target="/ppt/notesMasters/notesMaster1.xml" Id="R4ac52dddefd149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f089b84915b472e" /><Relationship Type="http://schemas.openxmlformats.org/officeDocument/2006/relationships/notesMaster" Target="/ppt/notesMasters/notesMaster1.xml" Id="R7d65c9182767419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bd830934e7242df" /><Relationship Type="http://schemas.openxmlformats.org/officeDocument/2006/relationships/notesMaster" Target="/ppt/notesMasters/notesMaster1.xml" Id="Rf626847f927a4f2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47fbf54a8a74e45" /><Relationship Type="http://schemas.openxmlformats.org/officeDocument/2006/relationships/notesMaster" Target="/ppt/notesMasters/notesMaster1.xml" Id="R35ec11f19df74d4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044c91e9b704f25" /><Relationship Type="http://schemas.openxmlformats.org/officeDocument/2006/relationships/notesMaster" Target="/ppt/notesMasters/notesMaster1.xml" Id="Rd78525f47fd947f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c375f28c5274323" /><Relationship Type="http://schemas.openxmlformats.org/officeDocument/2006/relationships/notesMaster" Target="/ppt/notesMasters/notesMaster1.xml" Id="R892f7aaa6aeb41e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ad59169c8a94298" /><Relationship Type="http://schemas.openxmlformats.org/officeDocument/2006/relationships/notesMaster" Target="/ppt/notesMasters/notesMaster1.xml" Id="R9dce8127b8f54a5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eb631e5eeb9423d" /><Relationship Type="http://schemas.openxmlformats.org/officeDocument/2006/relationships/notesMaster" Target="/ppt/notesMasters/notesMaster1.xml" Id="R4b221d898dd746e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a1eb347e2214afd" /><Relationship Type="http://schemas.openxmlformats.org/officeDocument/2006/relationships/notesMaster" Target="/ppt/notesMasters/notesMaster1.xml" Id="R32732f37d04d47f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42e771269c64b72" /><Relationship Type="http://schemas.openxmlformats.org/officeDocument/2006/relationships/notesMaster" Target="/ppt/notesMasters/notesMaster1.xml" Id="R0781e8a79a25489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beec4c159b4435d" /><Relationship Type="http://schemas.openxmlformats.org/officeDocument/2006/relationships/notesMaster" Target="/ppt/notesMasters/notesMaster1.xml" Id="R8f63ee8c7cd749d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374fc93e03941b6" /><Relationship Type="http://schemas.openxmlformats.org/officeDocument/2006/relationships/notesMaster" Target="/ppt/notesMasters/notesMaster1.xml" Id="R60640dd611f045a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5732b369a314a08" /><Relationship Type="http://schemas.openxmlformats.org/officeDocument/2006/relationships/notesMaster" Target="/ppt/notesMasters/notesMaster1.xml" Id="R85f5e493ea8543e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29a9d1edd0f46f1" /><Relationship Type="http://schemas.openxmlformats.org/officeDocument/2006/relationships/notesMaster" Target="/ppt/notesMasters/notesMaster1.xml" Id="Ra9583588a7984a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d7187d73ba46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2cfd229be041fa" /><Relationship Type="http://schemas.openxmlformats.org/officeDocument/2006/relationships/slideLayout" Target="/ppt/slideLayouts/slideLayout1.xml" Id="R803f717b3dd64a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3f717b3dd64a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28561702884e7d" /><Relationship Type="http://schemas.openxmlformats.org/officeDocument/2006/relationships/image" Target="/ppt/media/image.png" Id="R330e18b71eba47eb" /><Relationship Type="http://schemas.openxmlformats.org/officeDocument/2006/relationships/notesSlide" Target="/ppt/notesSlides/notesSlide1.xml" Id="R8a6787380e5a4d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bfb8347e634faf" /><Relationship Type="http://schemas.openxmlformats.org/officeDocument/2006/relationships/image" Target="/ppt/media/image2.png" Id="R1f92d75a7dba46b4" /><Relationship Type="http://schemas.openxmlformats.org/officeDocument/2006/relationships/notesSlide" Target="/ppt/notesSlides/notesSlide2.xml" Id="R0a51575bb9994f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dfbe750704655" /><Relationship Type="http://schemas.openxmlformats.org/officeDocument/2006/relationships/image" Target="/ppt/media/image3.png" Id="R8856627ba1e7412b" /><Relationship Type="http://schemas.openxmlformats.org/officeDocument/2006/relationships/notesSlide" Target="/ppt/notesSlides/notesSlide3.xml" Id="Rd30d624d51614b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ab2b2942a4cc2" /><Relationship Type="http://schemas.openxmlformats.org/officeDocument/2006/relationships/image" Target="/ppt/media/image4.png" Id="R36e19337e2794121" /><Relationship Type="http://schemas.openxmlformats.org/officeDocument/2006/relationships/notesSlide" Target="/ppt/notesSlides/notesSlide4.xml" Id="R25e205f4ebdf4e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b5ec2ef774115" /><Relationship Type="http://schemas.openxmlformats.org/officeDocument/2006/relationships/image" Target="/ppt/media/image5.png" Id="R68d55aaaa4414771" /><Relationship Type="http://schemas.openxmlformats.org/officeDocument/2006/relationships/notesSlide" Target="/ppt/notesSlides/notesSlide5.xml" Id="R9343c749d02c43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c00b5bdc34b02" /><Relationship Type="http://schemas.openxmlformats.org/officeDocument/2006/relationships/image" Target="/ppt/media/image6.png" Id="R0968d07cd6f34cca" /><Relationship Type="http://schemas.openxmlformats.org/officeDocument/2006/relationships/notesSlide" Target="/ppt/notesSlides/notesSlide6.xml" Id="Rd0e31ffd67c24b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e3c40dac548f6" /><Relationship Type="http://schemas.openxmlformats.org/officeDocument/2006/relationships/image" Target="/ppt/media/image7.png" Id="R2906bd325a3a4b99" /><Relationship Type="http://schemas.openxmlformats.org/officeDocument/2006/relationships/notesSlide" Target="/ppt/notesSlides/notesSlide7.xml" Id="Rf73fa6c186de41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bfce93830a4bbb" /><Relationship Type="http://schemas.openxmlformats.org/officeDocument/2006/relationships/image" Target="/ppt/media/image8.png" Id="R09bcccd412d64fe4" /><Relationship Type="http://schemas.openxmlformats.org/officeDocument/2006/relationships/notesSlide" Target="/ppt/notesSlides/notesSlide8.xml" Id="R0f96c99cb8d642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bf0213bd9465c" /><Relationship Type="http://schemas.openxmlformats.org/officeDocument/2006/relationships/image" Target="/ppt/media/image9.png" Id="Rccb3287b8d0c4b76" /><Relationship Type="http://schemas.openxmlformats.org/officeDocument/2006/relationships/notesSlide" Target="/ppt/notesSlides/notesSlide9.xml" Id="Rd7dacac8b82842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00b4decaf4d2a" /><Relationship Type="http://schemas.openxmlformats.org/officeDocument/2006/relationships/image" Target="/ppt/media/image10.png" Id="R6b95a89caf2e4da3" /><Relationship Type="http://schemas.openxmlformats.org/officeDocument/2006/relationships/notesSlide" Target="/ppt/notesSlides/notesSlide10.xml" Id="R05f22c56649042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1b4e395b54658" /><Relationship Type="http://schemas.openxmlformats.org/officeDocument/2006/relationships/image" Target="/ppt/media/image11.png" Id="Rfd2070a889dd4745" /><Relationship Type="http://schemas.openxmlformats.org/officeDocument/2006/relationships/notesSlide" Target="/ppt/notesSlides/notesSlide11.xml" Id="R1d52ca66f51b49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be9465e674bac" /><Relationship Type="http://schemas.openxmlformats.org/officeDocument/2006/relationships/image" Target="/ppt/media/image12.png" Id="Rd5c58a196db04473" /><Relationship Type="http://schemas.openxmlformats.org/officeDocument/2006/relationships/notesSlide" Target="/ppt/notesSlides/notesSlide12.xml" Id="R475edef4f8634e2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ebefe8b434df7" /><Relationship Type="http://schemas.openxmlformats.org/officeDocument/2006/relationships/image" Target="/ppt/media/image13.png" Id="R82306aeaccf0468f" /><Relationship Type="http://schemas.openxmlformats.org/officeDocument/2006/relationships/notesSlide" Target="/ppt/notesSlides/notesSlide13.xml" Id="Rf781e57865ca41e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4ecef9234e4f3c" /><Relationship Type="http://schemas.openxmlformats.org/officeDocument/2006/relationships/image" Target="/ppt/media/image14.png" Id="R77a26f75f06644af" /><Relationship Type="http://schemas.openxmlformats.org/officeDocument/2006/relationships/notesSlide" Target="/ppt/notesSlides/notesSlide14.xml" Id="R57db9a09a5da497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a890cf3311482d" /><Relationship Type="http://schemas.openxmlformats.org/officeDocument/2006/relationships/image" Target="/ppt/media/image15.png" Id="R666ff52a881140c8" /><Relationship Type="http://schemas.openxmlformats.org/officeDocument/2006/relationships/notesSlide" Target="/ppt/notesSlides/notesSlide15.xml" Id="R6d1683c005d64b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de25f82fa4a42" /><Relationship Type="http://schemas.openxmlformats.org/officeDocument/2006/relationships/image" Target="/ppt/media/image16.png" Id="R2f1800c469824521" /><Relationship Type="http://schemas.openxmlformats.org/officeDocument/2006/relationships/notesSlide" Target="/ppt/notesSlides/notesSlide16.xml" Id="Rc3abbd4883e647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2bfc879114625" /><Relationship Type="http://schemas.openxmlformats.org/officeDocument/2006/relationships/image" Target="/ppt/media/image17.png" Id="Rac7c7c11e8044221" /><Relationship Type="http://schemas.openxmlformats.org/officeDocument/2006/relationships/notesSlide" Target="/ppt/notesSlides/notesSlide17.xml" Id="Raedd9fd58f2b41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940ec45ec44e0" /><Relationship Type="http://schemas.openxmlformats.org/officeDocument/2006/relationships/image" Target="/ppt/media/image18.png" Id="R5b4c24bbe81a4599" /><Relationship Type="http://schemas.openxmlformats.org/officeDocument/2006/relationships/notesSlide" Target="/ppt/notesSlides/notesSlide18.xml" Id="R17bfbb4c49d244f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b353babb44cff" /><Relationship Type="http://schemas.openxmlformats.org/officeDocument/2006/relationships/image" Target="/ppt/media/image19.png" Id="Rae15c906b16a4cad" /><Relationship Type="http://schemas.openxmlformats.org/officeDocument/2006/relationships/notesSlide" Target="/ppt/notesSlides/notesSlide19.xml" Id="R4e5452f3f9e043a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3d9f7d1db44ee" /><Relationship Type="http://schemas.openxmlformats.org/officeDocument/2006/relationships/image" Target="/ppt/media/image20.png" Id="Rc43568031908479f" /><Relationship Type="http://schemas.openxmlformats.org/officeDocument/2006/relationships/notesSlide" Target="/ppt/notesSlides/notesSlide20.xml" Id="R094dd489a316405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1059275b44846" /><Relationship Type="http://schemas.openxmlformats.org/officeDocument/2006/relationships/image" Target="/ppt/media/image21.png" Id="R82e8e1c96a974cdb" /><Relationship Type="http://schemas.openxmlformats.org/officeDocument/2006/relationships/notesSlide" Target="/ppt/notesSlides/notesSlide21.xml" Id="R811f3fcf2cc94c8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087708ce84e09" /><Relationship Type="http://schemas.openxmlformats.org/officeDocument/2006/relationships/image" Target="/ppt/media/image22.png" Id="Rbe48c8d628634776" /><Relationship Type="http://schemas.openxmlformats.org/officeDocument/2006/relationships/notesSlide" Target="/ppt/notesSlides/notesSlide22.xml" Id="R5da371c28d654f8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7876871f34cbd" /><Relationship Type="http://schemas.openxmlformats.org/officeDocument/2006/relationships/image" Target="/ppt/media/image23.png" Id="R7f6a477805ab489c" /><Relationship Type="http://schemas.openxmlformats.org/officeDocument/2006/relationships/notesSlide" Target="/ppt/notesSlides/notesSlide23.xml" Id="Rc465d5bfbd9146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ba626850b4f85" /><Relationship Type="http://schemas.openxmlformats.org/officeDocument/2006/relationships/image" Target="/ppt/media/image24.png" Id="R6c141d5a7c1548fb" /><Relationship Type="http://schemas.openxmlformats.org/officeDocument/2006/relationships/notesSlide" Target="/ppt/notesSlides/notesSlide24.xml" Id="R86cfeff10bad45d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e3a864ba1465e" /><Relationship Type="http://schemas.openxmlformats.org/officeDocument/2006/relationships/image" Target="/ppt/media/image25.png" Id="Rc28085cbe36544ac" /><Relationship Type="http://schemas.openxmlformats.org/officeDocument/2006/relationships/notesSlide" Target="/ppt/notesSlides/notesSlide25.xml" Id="R4ebefae4bb114e9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10cbbbcee4acc" /><Relationship Type="http://schemas.openxmlformats.org/officeDocument/2006/relationships/image" Target="/ppt/media/image26.png" Id="R31c608d493c64e7a" /><Relationship Type="http://schemas.openxmlformats.org/officeDocument/2006/relationships/notesSlide" Target="/ppt/notesSlides/notesSlide26.xml" Id="Rec15b40616434c4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cea9ddd19473d" /><Relationship Type="http://schemas.openxmlformats.org/officeDocument/2006/relationships/image" Target="/ppt/media/image27.png" Id="R13dabbe9d9ea4e69" /><Relationship Type="http://schemas.openxmlformats.org/officeDocument/2006/relationships/notesSlide" Target="/ppt/notesSlides/notesSlide27.xml" Id="Rbbdbeea4beae40e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61647c2f74b6b" /><Relationship Type="http://schemas.openxmlformats.org/officeDocument/2006/relationships/image" Target="/ppt/media/image28.png" Id="R5c1d6b351ad34d6e" /><Relationship Type="http://schemas.openxmlformats.org/officeDocument/2006/relationships/notesSlide" Target="/ppt/notesSlides/notesSlide28.xml" Id="Rf7bb6983bd564714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2e33135454385" /><Relationship Type="http://schemas.openxmlformats.org/officeDocument/2006/relationships/image" Target="/ppt/media/image29.png" Id="Re1beaa57513b4a9b" /><Relationship Type="http://schemas.openxmlformats.org/officeDocument/2006/relationships/notesSlide" Target="/ppt/notesSlides/notesSlide29.xml" Id="R82f2a536f3c44c1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de6ec43264a3e" /><Relationship Type="http://schemas.openxmlformats.org/officeDocument/2006/relationships/image" Target="/ppt/media/image30.png" Id="Rb139ffd100a74202" /><Relationship Type="http://schemas.openxmlformats.org/officeDocument/2006/relationships/notesSlide" Target="/ppt/notesSlides/notesSlide30.xml" Id="R2d1799a9175940c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d6609d8894448" /><Relationship Type="http://schemas.openxmlformats.org/officeDocument/2006/relationships/image" Target="/ppt/media/image31.png" Id="Rbb746295370c4f10" /><Relationship Type="http://schemas.openxmlformats.org/officeDocument/2006/relationships/notesSlide" Target="/ppt/notesSlides/notesSlide31.xml" Id="R8740c563f0444a5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0acad72d84a6d" /><Relationship Type="http://schemas.openxmlformats.org/officeDocument/2006/relationships/image" Target="/ppt/media/image32.png" Id="R3d77986a52a84e5b" /><Relationship Type="http://schemas.openxmlformats.org/officeDocument/2006/relationships/notesSlide" Target="/ppt/notesSlides/notesSlide32.xml" Id="Rac9997fa8fbd40cf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d1f0add4949e4" /><Relationship Type="http://schemas.openxmlformats.org/officeDocument/2006/relationships/image" Target="/ppt/media/image33.png" Id="Rf330ac2e7ede4e09" /><Relationship Type="http://schemas.openxmlformats.org/officeDocument/2006/relationships/notesSlide" Target="/ppt/notesSlides/notesSlide33.xml" Id="Ra1d710aba45d454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1B632D-4925-4322-833C-417902C9E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06F9F-0562-4607-B3C1-435B06AC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571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0e18b71eba47eb"/>
          <a:stretch xmlns:a="http://schemas.openxmlformats.org/drawingml/2006/main"/>
        </p:blipFill>
        <p:spPr>
          <a:xfrm xmlns:a="http://schemas.openxmlformats.org/drawingml/2006/main">
            <a:off x="8782924" y="523875"/>
            <a:ext cx="2417602" cy="504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0EC0D-C6A8-438E-91FC-30CFEB31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19275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4800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Cube Runner Arena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642611-5D98-4FA8-8692-453EF810B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7239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2625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Clase práctica de IA aplicada a videojuegos con</a:t>
            </a:r>
          </a:p>
          <a:p xmlns:a="http://schemas.openxmlformats.org/drawingml/2006/main">
            <a:pPr algn="l">
              <a:defRPr sz="2625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2625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Unity 3D y C#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F770A-2EFE-49E8-934F-1941484E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14750"/>
            <a:ext cx="60483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solidFill>
              <a:srgbClr val="EEEE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105A1-D184-4186-AFA9-67B7E8663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Clase 2: prototipado guiado con ChatGPT gratuito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D8F7F-727B-4A4A-8E01-0A0380A2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</p:spTree>
    <p:extLst>
      <p:ext uri="{BB962C8B-B14F-4D97-AF65-F5344CB8AC3E}">
        <p14:creationId xmlns:p14="http://schemas.microsoft.com/office/powerpoint/2010/main" val="8574826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9A5B4D-73E2-4A21-903F-6C5C10F3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311FDC-E2FB-4B4C-B76A-CE9B3C56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2d75a7dba46b4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729AB-447E-40C8-AF44-FDF2CA0B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1A0125-66BA-4F00-AF6D-34BD548D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BE597-B791-4B4C-9242-49FEEA1E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Qué haremos hoy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2C3E4-F7BA-45ED-9D0C-DD870D71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24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CE3D0-0F5B-42C0-8367-9AA80BF0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81225"/>
            <a:ext cx="8572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Construir un minijuego completo con primitivas básicas de Unity.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A6393B-F4A1-4976-B2CA-7DC03E04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133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E5067B-95E0-4291-86AE-369FE3D8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990850"/>
            <a:ext cx="8572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Usar ChatGPT gratuito como asistente técnico, no como autoridad.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B22678-2F65-42BC-916B-A56CDEB8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43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AC586-5899-466A-AB53-988C5ABD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800475"/>
            <a:ext cx="8572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Practicar prompts para código, configuración, revisión y depuración.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20FD0B-B0DC-4A23-9D77-FB5B5470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52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7C1D2D-1988-4869-BDF2-460DF9B1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610100"/>
            <a:ext cx="85725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Cerrar el ciclo: escena, scripts, UI, prueba y entrega.</a:t>
            </a:r>
          </a:p>
        </p:txBody>
      </p:sp>
    </p:spTree>
    <p:extLst>
      <p:ext uri="{BB962C8B-B14F-4D97-AF65-F5344CB8AC3E}">
        <p14:creationId xmlns:p14="http://schemas.microsoft.com/office/powerpoint/2010/main" val="12027325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A0CED4-AD23-4569-B007-B7B89D9FB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5E760-74DF-4717-B4EE-864710DC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56627ba1e7412b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9BB827-89DD-47CF-9554-AF8D6C44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7F4C2-9FE1-4B91-A457-F9BAB0CF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F2ED39-C502-4F0B-9654-22F4D807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La regla de la clase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7E31F-79A9-4426-8B7B-93A4AB64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1B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61B2A"/>
                </a:solidFill>
                <a:latin typeface="Aptos Display"/>
                <a:ea typeface="Aptos Display"/>
                <a:cs typeface="Aptos Display"/>
              </a:rPr>
              <a:t>ChatGPT no decide por nosotros.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CA32D-05AF-4ED0-A435-E86F4F68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38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Acelera el trabajo cuando el problema está bien definido y la respuesta se comprueba dentro de Unity.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34555-885B-4DF3-80D0-E686626F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29FC4-2A3F-4D04-BE94-C42D8CBD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719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Pedir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7891D6-35D1-4C7A-B854-491ABD55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Contexto, objetivo y restricciones.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22349C-7F2B-47CE-995E-34FEE1A7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385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BCBC9-F41E-41BF-9D9C-D4DD51A2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719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Probar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8A31A-9B01-443B-BF0C-F09E866B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3860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Play Mode, consola e Inspector.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9DA023-AF27-4A71-ABF8-7C6AF75E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385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040BD-5A25-4256-A9CD-A20CBAA5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719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Corregir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517E44-2314-4255-AF27-6B8D684F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2076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Volver con datos, no con intuiciones.</a:t>
            </a:r>
          </a:p>
        </p:txBody>
      </p:sp>
    </p:spTree>
    <p:extLst>
      <p:ext uri="{BB962C8B-B14F-4D97-AF65-F5344CB8AC3E}">
        <p14:creationId xmlns:p14="http://schemas.microsoft.com/office/powerpoint/2010/main" val="13701660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8D17FB-CB8D-48F4-97E8-5F7BBC7F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8AFAD-A41D-4F15-A54A-26724631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19337e2794121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C7481F-3419-49C8-9B3D-C136A62C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A4CB8-27C2-4F22-9C8D-A56D23FA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6F75B-B11A-4FED-8845-0B82A607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Ruta de 5 horas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3A9F5-7D38-4CFB-BA89-52C96298A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45BCC-FDAA-4A85-9F1E-E8562EDD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Apertura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22049-4CDC-4695-92FC-01C717E6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20 min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1F332-68DA-4725-9D54-9EA707DD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7907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D6285-335C-4D8D-AC0E-E123C124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924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Escena 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2F8AC2-A405-4208-BD34-F3D89502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1907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30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9EC11-E076-45E3-905F-A348DCA7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907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30A64F-112B-477F-A5E5-65F552A2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24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CBC9FC-1173-46BE-85BE-904FC9D5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40 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B58D1-DB75-49FD-A38E-7E65A00A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F70DBE-D9AE-4310-86A3-00FAE01B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Coleccionables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E99DF7-B5AF-442C-B546-05B07D28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40 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DF7B2-57AA-4679-A047-36CCFA7F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051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706A8D-4C61-41AD-ACEB-16FF5404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38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Estados y UI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F2D142-7259-46ED-A5D6-8D016252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051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45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7E822-1330-4F1A-8DDD-A451F948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051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7E2611-7B97-41DC-B338-489E49B0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38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Obstáculos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9C4391-458D-46E2-B707-7763EA38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45 min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DF8562-EFE4-40A5-AB9E-672A3907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BA7C23-C2F4-4909-B26E-4EE589EE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Cámara y pulido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26B580-CD25-4663-BEAC-C7BC1E15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35 min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0FD5EA-237F-479E-A2D8-8ED7D4F6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6195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518CE0-6593-41E9-B0DD-8A27A7B2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52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Debugging 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719CBB-94D8-474D-90E6-485A4CE6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40195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30 min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E649C1-7D05-4046-92C0-9569735C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195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93C6F-1889-44D2-ADA7-722BE6E5C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7528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F40461-1C62-4E1B-A8D5-FC4FF4B1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195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15 min</a:t>
            </a:r>
          </a:p>
        </p:txBody>
      </p:sp>
    </p:spTree>
    <p:extLst>
      <p:ext uri="{BB962C8B-B14F-4D97-AF65-F5344CB8AC3E}">
        <p14:creationId xmlns:p14="http://schemas.microsoft.com/office/powerpoint/2010/main" val="59484913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E79EFD-7204-4E4E-8881-F22FAA01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F66663-8994-4EBD-B037-283721DA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55aaaa4414771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D5548-94DB-4128-94A4-F5E1764B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6535A-18CB-4BE0-83E4-69286FA5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566B2-9BF0-4D81-B7B1-7A363F26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Minijuego objetivo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7FB02-4C60-42BD-9A1A-D23EABA7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705350" cy="2575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79248">
            <a:solidFill>
              <a:srgbClr val="9BA3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4B516-A2C8-4762-AF51-107EF8C8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382" y="2218182"/>
            <a:ext cx="4269486" cy="21396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F0"/>
          </a:solidFill>
          <a:ln xmlns:a="http://schemas.openxmlformats.org/drawingml/2006/main" w="9525">
            <a:solidFill>
              <a:srgbClr val="CCD2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37F403-E590-483E-97AB-E8B72980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24328"/>
            <a:ext cx="158496" cy="158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BC3BF-E963-40AD-BE31-6E66F2B1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8410" y="4030980"/>
            <a:ext cx="158496" cy="158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088C63-EDC9-40F5-9258-752687B0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1830" y="2792730"/>
            <a:ext cx="158496" cy="158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546221-536E-48D1-A34A-0CB25E5A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9422" y="3951732"/>
            <a:ext cx="158496" cy="158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E970C-7317-41D0-8AD5-8D978B42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790" y="2693670"/>
            <a:ext cx="158496" cy="158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49592-5EF9-4205-AE2F-DA8C1FA5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708" y="4159758"/>
            <a:ext cx="158496" cy="158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EE343-C0EB-4623-9312-B6134EE0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6190" y="3387090"/>
            <a:ext cx="158496" cy="158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ECF33-C4F4-4F94-BD06-42DBE349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4180" y="3535680"/>
            <a:ext cx="158496" cy="1584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26DFD-4E99-46F2-95A8-33A98AE7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230" y="3149346"/>
            <a:ext cx="356616" cy="3566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24C96-6C59-413E-80CD-662BF841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545586"/>
            <a:ext cx="475488" cy="158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2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702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8ABAA-B94C-4400-9CEA-4701517A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2430" y="3149346"/>
            <a:ext cx="356616" cy="3566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A9127A-1042-4FF3-8781-9EC470A2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545586"/>
            <a:ext cx="475488" cy="158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2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702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2B3A8-2E6D-444B-82D4-88FFBB3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9480" y="4030980"/>
            <a:ext cx="356616" cy="3566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6C7A25-5BE4-4FED-80E8-215960B0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27220"/>
            <a:ext cx="475488" cy="1584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2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702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3307D-C9EC-414D-9001-58206416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2018" y="3406902"/>
            <a:ext cx="277368" cy="435864"/>
          </a:xfrm>
          <a:prstGeom xmlns:a="http://schemas.openxmlformats.org/drawingml/2006/main" prst="roundRect">
            <a:avLst>
              <a:gd name="adj" fmla="val 27473"/>
            </a:avLst>
          </a:prstGeom>
          <a:solidFill xmlns:a="http://schemas.openxmlformats.org/drawingml/2006/main">
            <a:srgbClr val="2F65FF"/>
          </a:solidFill>
          <a:ln xmlns:a="http://schemas.openxmlformats.org/drawingml/2006/main" w="0">
            <a:solidFill>
              <a:srgbClr val="234BB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DE6418-A658-4E7A-8780-06A7FF4C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446020"/>
            <a:ext cx="356616" cy="3566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66"/>
          </a:solidFill>
          <a:ln xmlns:a="http://schemas.openxmlformats.org/drawingml/2006/main" w="0">
            <a:solidFill>
              <a:srgbClr val="1377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BBE918-CAF7-4FDA-A510-D6F5EE5C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19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FA5010-92DB-4309-86CC-1AC3B21E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0764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Cápsula azul: jugador.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E4ADE8-791D-4344-9469-FE433C97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19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A3BAE-CB00-488B-9A3C-744919C0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765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Esferas amarillas: coleccionables.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7D6F89-7E95-4073-B19E-79FDA897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19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2671CF-F756-4850-BF3F-BE21F0E6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8765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Cubos rojos: obstáculos móviles.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65608B-5572-4439-8180-86B09A6A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19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AB5922-390E-4BD1-8701-72749623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27660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Cubos grises: paredes.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7547D3-2BA0-40CB-8085-F86A799F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9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52EAE-7B46-45EB-81F0-2B63E90B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76650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Cubo verde: objetivo visual.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53F387-C71E-46E4-923F-1B444D22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00550"/>
            <a:ext cx="390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1B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61B2A"/>
                </a:solidFill>
                <a:latin typeface="Aptos Display"/>
                <a:ea typeface="Aptos Display"/>
                <a:cs typeface="Aptos Display"/>
              </a:rPr>
              <a:t>Ganar: recoger todo. Perder: tocar obstáculo o agotar tiempo.</a:t>
            </a:r>
          </a:p>
        </p:txBody>
      </p:sp>
    </p:spTree>
    <p:extLst>
      <p:ext uri="{BB962C8B-B14F-4D97-AF65-F5344CB8AC3E}">
        <p14:creationId xmlns:p14="http://schemas.microsoft.com/office/powerpoint/2010/main" val="75544851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470BFB-E45A-49F3-8C20-C4C91A6CE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01487-60F8-4956-A01D-C06FE697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8d07cd6f34cca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08954-972F-40F4-A6AC-B7B893C2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0DFA31-F70C-49B1-AAF7-EC7C459A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155B3-F500-4F2A-8876-1A955E7F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Prompt inicial de la práctica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7F56E-8B03-4A11-91F0-0776F4C7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809750"/>
            <a:ext cx="8953500" cy="3429000"/>
          </a:xfrm>
          <a:prstGeom xmlns:a="http://schemas.openxmlformats.org/drawingml/2006/main" prst="roundRect">
            <a:avLst>
              <a:gd name="adj" fmla="val 1944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53446-5427-4980-AB64-1D091E80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81200"/>
            <a:ext cx="8534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Actúa como desarrollador Unity C# senior.</a:t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Estoy creando Cube Runner Arena con primitivas básicas:</a:t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cápsula, cubos, esferas y plano.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Restricciones:</a:t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Unity 3D y C#</a:t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ChatGPT gratuito, sin suscripción</a:t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no assets externos, DOTween ni Cinemachine</a:t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no nuevo Input System salvo que lo pida</a:t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cambios mínimos, scripts claros</a:t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indica qué revisar en Inspector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Antes de código: lista GameObjects, componentes y riesgos.</a:t>
            </a:r>
          </a:p>
        </p:txBody>
      </p:sp>
    </p:spTree>
    <p:extLst>
      <p:ext uri="{BB962C8B-B14F-4D97-AF65-F5344CB8AC3E}">
        <p14:creationId xmlns:p14="http://schemas.microsoft.com/office/powerpoint/2010/main" val="109546511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86E000-F5CA-4ED7-8C96-7E95E45D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250B9-6BFD-463B-9ED0-0A24AD87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6bd325a3a4b99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0C051-9359-403B-8A40-27BF84D7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F50525-2D72-450C-AB37-9893C596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F32BB-9248-45A7-AF3C-977B2920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Escena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71FFD-2004-4E7B-BD5A-F5A00F91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6000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932"/>
          </a:solidFill>
          <a:ln xmlns:a="http://schemas.openxmlformats.org/drawingml/2006/main" w="9525">
            <a:solidFill>
              <a:srgbClr val="1518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D45EA-5C61-4764-BA47-3457A0DD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600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B"/>
          </a:solidFill>
          <a:ln xmlns:a="http://schemas.openxmlformats.org/drawingml/2006/main" w="0">
            <a:solidFill>
              <a:srgbClr val="1F23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947461-0547-4DF7-AAC2-3C025969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CBD2DF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CBD2DF"/>
                </a:solidFill>
                <a:latin typeface="Aptos"/>
                <a:ea typeface="Aptos"/>
                <a:cs typeface="Aptos"/>
              </a:rPr>
              <a:t>Unity - CubeRunnerArena.unity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4773F-E904-4006-9C2E-28A593C2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19062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843"/>
          </a:solidFill>
          <a:ln xmlns:a="http://schemas.openxmlformats.org/drawingml/2006/main" w="9525">
            <a:solidFill>
              <a:srgbClr val="444C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3B8609-5223-4401-9F4A-4E661099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209800"/>
            <a:ext cx="13144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843"/>
          </a:solidFill>
          <a:ln xmlns:a="http://schemas.openxmlformats.org/drawingml/2006/main" w="9525">
            <a:solidFill>
              <a:srgbClr val="444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B21F8-2CFC-439F-A4AE-4F77E9B5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09800"/>
            <a:ext cx="30289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13A"/>
          </a:solidFill>
          <a:ln xmlns:a="http://schemas.openxmlformats.org/drawingml/2006/main" w="9525">
            <a:solidFill>
              <a:srgbClr val="444C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2DBB49-A68A-46A1-9361-C3813FC2D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BE2E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BE2EE"/>
                </a:solidFill>
                <a:latin typeface="Aptos"/>
                <a:ea typeface="Aptos"/>
                <a:cs typeface="Aptos"/>
              </a:rPr>
              <a:t>Hierarchy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995DF0-7744-4135-8BB6-874820CD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05050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BE2E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BE2EE"/>
                </a:solidFill>
                <a:latin typeface="Aptos"/>
                <a:ea typeface="Aptos"/>
                <a:cs typeface="Aptos"/>
              </a:rPr>
              <a:t>Inspector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67058-F212-4628-A5B4-892FF13A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3365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Ground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2F8C99-BEDE-4989-88D7-B5E333D5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4320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86066E-9ED9-412E-AF50-ECC23B3E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5275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Collectibles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8FE2D8-16FC-4DD2-A341-D21D0335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6230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Obstacles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C92A70-0BC4-468B-B52F-1185AC742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7185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Canvas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231858-151E-4225-AB1A-6B7CD4F0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GameManager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514530-1CAC-4DB6-9763-7491E3BE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2624138" cy="1436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44196">
            <a:solidFill>
              <a:srgbClr val="9BA3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D84130-AC23-4F0E-BE40-EED89B22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6139" y="2693289"/>
            <a:ext cx="2381060" cy="1193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F0"/>
          </a:solidFill>
          <a:ln xmlns:a="http://schemas.openxmlformats.org/drawingml/2006/main" w="9525">
            <a:solidFill>
              <a:srgbClr val="CCD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A37CDE-8453-4ED4-8923-20960CDC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919794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DF177B-41BA-4CB7-984F-78815E3F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520" y="3704273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8E5BBA-86B9-4AB7-AC79-4AB8D2D6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235" y="3013710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DA8FDD-7ADC-4B07-9F09-FC313D81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469" y="3660077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279EB6-6005-4C74-AE65-A4C3AD59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155" y="2958465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99E1D2-F56D-4A59-94B2-AACEAD6B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379" y="3776091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E5829E-59E0-4E60-BF3B-8AC17BDF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6705" y="3345180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CE6479-8035-41FD-9C22-42F4E8B7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123" y="3428048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AB9D0F-3484-4886-B7DE-4141DBDBD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785" y="3212592"/>
            <a:ext cx="198882" cy="198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89308A-D731-4437-8A7A-596F26A4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163" y="3433572"/>
            <a:ext cx="265176" cy="88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1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391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27296F-A27A-48C6-BAF4-5377BC4E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685" y="3212592"/>
            <a:ext cx="198882" cy="198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665C7A-EFC8-4DDA-8162-1AA23D3A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0063" y="3433572"/>
            <a:ext cx="265176" cy="88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1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391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4E098AE-5D5B-434E-96E6-A40B4DDE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3348" y="3704273"/>
            <a:ext cx="198882" cy="198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224672-0D02-42A5-941F-79FC49DD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925253"/>
            <a:ext cx="265176" cy="88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1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391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8FEBB21-0325-4D04-8E2A-504C6C5E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186" y="3356229"/>
            <a:ext cx="154686" cy="243078"/>
          </a:xfrm>
          <a:prstGeom xmlns:a="http://schemas.openxmlformats.org/drawingml/2006/main" prst="roundRect">
            <a:avLst>
              <a:gd name="adj" fmla="val 49261"/>
            </a:avLst>
          </a:prstGeom>
          <a:solidFill xmlns:a="http://schemas.openxmlformats.org/drawingml/2006/main">
            <a:srgbClr val="2F65FF"/>
          </a:solidFill>
          <a:ln xmlns:a="http://schemas.openxmlformats.org/drawingml/2006/main" w="0">
            <a:solidFill>
              <a:srgbClr val="234BB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677054-5A0B-4444-9E19-715D2BED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20353"/>
            <a:ext cx="198882" cy="198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66"/>
          </a:solidFill>
          <a:ln xmlns:a="http://schemas.openxmlformats.org/drawingml/2006/main" w="0">
            <a:solidFill>
              <a:srgbClr val="1377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073D66-1BF5-4F22-971B-CA056DD4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5270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8EDBE1-C737-472A-B015-9C97EB4A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6860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Transform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BEAFB0-635D-48EC-9AB1-58AB847E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5275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3DFC38-9C6B-467D-A5CE-3B58ABB2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0861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Rigidbody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F934C8-F9C5-49CC-8A17-75966636F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5280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8165C0-BA45-420D-912E-E8746628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4861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Capsule Collider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C3F113-84F8-4C2A-9264-5A0DFB26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5285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367EA2-89C0-4F6D-963C-69BA9FC5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38862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PlayerMovement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902085-E294-4E38-8781-2D4806CE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15290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E947A5-3F49-4768-B1EF-FBC2F512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42862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Tag: Player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063585-1201-4AAD-B638-8F56348A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849F10-6D35-4116-A78F-629B4361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85975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7F3CE1-14A1-42B6-8615-9ACD808D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35267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Cápsula + Rigidbody + tag Player.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0266876-26F5-46C0-BABC-C91301D6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33675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AB0CA7-3012-4BB2-AC11-61CF488D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867025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Collectibles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46B0C54-E60E-4876-86D9-DD5A22AD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1337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Esferas con Collider en Is Trigger.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06481EF-FA8F-4CE8-817F-6FD4DEB9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14725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852739-0E58-4642-9B0C-22C0F90F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48075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Obstacles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FA6837-BB88-4DD4-8882-27E6A66B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91477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Cubos rojos con Collider normal.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9C74A5-0C5D-4D0B-ABA0-81E08512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95775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64759E7-468F-432D-A08E-DE08B1F5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429125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Canvas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534F01-BDCE-4AF4-AC4E-3EF07F41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958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ScoreText, TimeText y MessageText.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0BD8169-D6E3-41A7-941A-3C2F9E2D4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61B2A"/>
                </a:solidFill>
                <a:latin typeface="Aptos"/>
                <a:ea typeface="Aptos"/>
                <a:cs typeface="Aptos"/>
              </a:rPr>
              <a:t>Antes del primer script, la escena ya debe contar la mecánica.</a:t>
            </a:r>
          </a:p>
        </p:txBody>
      </p:sp>
    </p:spTree>
    <p:extLst>
      <p:ext uri="{BB962C8B-B14F-4D97-AF65-F5344CB8AC3E}">
        <p14:creationId xmlns:p14="http://schemas.microsoft.com/office/powerpoint/2010/main" val="15354294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29DAA3-EAA7-4328-9D7B-60B16FC1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335D25-323D-4562-B7AB-F569BB7B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cccd412d64fe4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769A7-755B-43FD-B74D-14C90959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83AE8-F477-4028-B8AB-BD590CD7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FEDC6-2C15-4DC6-B613-AF69414A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El primer prompt no pide código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5CE7E-BA31-4307-A351-0EF7AE6F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6191250" cy="3190875"/>
          </a:xfrm>
          <a:prstGeom xmlns:a="http://schemas.openxmlformats.org/drawingml/2006/main" prst="roundRect">
            <a:avLst>
              <a:gd name="adj" fmla="val 2090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9C081-E108-4F7F-B3E3-C7544686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81200"/>
            <a:ext cx="577215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Estoy preparando una escena básica de Unity 3D para Cube Runner Arena.</a:t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Uso solo plano, cápsula, esfera y cubo.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Dame una checklist corta para:</a:t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player con Rigidbody</a:t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suelo con Collider</a:t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paredes</a:t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cámara</a:t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materiales</a:t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jerarquía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No generes código todavía.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FFD96-F0F3-4471-8192-2E11B997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0D72A-27E3-4864-AE2E-85B69E0E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288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Objetivo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0CA32-8780-4186-977D-F4248747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95550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Reducir incertidumbre antes de programar.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BAFD2-518D-4669-AA07-E3D267A7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765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F9604-287B-4EC7-BC3E-D06CF639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099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Resultado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2D6B99-A5C3-4476-8D0E-547BC8AE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76600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Lista de objetos y componentes.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C54C4-07A2-4645-8498-58A909A7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576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8276A4-37AE-468B-90B0-9EE6302E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909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Verificación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9DE8E-61BA-43B4-B0A1-F04488C3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57650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Todo se comprueba en la escena.</a:t>
            </a:r>
          </a:p>
        </p:txBody>
      </p:sp>
    </p:spTree>
    <p:extLst>
      <p:ext uri="{BB962C8B-B14F-4D97-AF65-F5344CB8AC3E}">
        <p14:creationId xmlns:p14="http://schemas.microsoft.com/office/powerpoint/2010/main" val="200211273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E0E7A-3550-449B-9844-E9824040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F48AC-630C-46FE-9736-EC9E6B9E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b3287b8d0c4b76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E0B6E-FAB8-47CC-AF4E-73FFE955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7BE6E-A23A-4C2C-8D68-2C9EA86C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8A7A6E-9A3D-46FF-A484-49DEB400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Movimiento del jugador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FDB44F-74E4-4FBF-93FA-D2DC80A8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571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13E9A-BFA4-4A4F-9C7F-4FBC6AED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193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B3B2B-F344-498E-8EF4-D517B1E1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8600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WASD o flechas.</a:t>
            </a:r>
          </a:p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Se lee en Update.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67A8D4-9599-4492-A3B6-8691E8A3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885950"/>
            <a:ext cx="2571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AC177-476F-451A-AA24-61DE56E3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193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Física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4B835C-B763-4C7F-BB93-7242DD7B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28600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Rigidbody.MovePosition.</a:t>
            </a:r>
          </a:p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Se aplica en FixedUpdate.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E83A9-3F5A-49EC-A5C9-A60FA5FA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85950"/>
            <a:ext cx="2571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475512-84D3-4E3A-A4CA-D73CAD14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193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Inspector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30BA97-43CC-41D2-BBD9-0FCB029F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86000"/>
            <a:ext cx="226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Move Speed editable.</a:t>
            </a:r>
          </a:p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Congelar rotación X/Z.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A0ACEA-AB82-41F7-996F-CCB7C5AD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71850"/>
            <a:ext cx="8763000" cy="17145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41A33B-1DA6-40A8-B0A9-73C12591C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43300"/>
            <a:ext cx="8343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Prompt:</a:t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Necesito PlayerMovement para Unity 3D.</a:t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Player = cápsula con Rigidbody.</a:t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Movimiento en plano XZ.</a:t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Usa Rigidbody.MovePosition en FixedUpdate.</a:t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No uses el nuevo Input System.</a:t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Velocidad con SerializeField.</a:t>
            </a:r>
          </a:p>
          <a:p xmlns:a="http://schemas.openxmlformats.org/drawingml/2006/main">
            <a:pPr algn="l">
              <a:defRPr sz="105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Código completo + Inspector.</a:t>
            </a:r>
          </a:p>
        </p:txBody>
      </p:sp>
    </p:spTree>
    <p:extLst>
      <p:ext uri="{BB962C8B-B14F-4D97-AF65-F5344CB8AC3E}">
        <p14:creationId xmlns:p14="http://schemas.microsoft.com/office/powerpoint/2010/main" val="18574270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A11A7D-B683-476E-895B-860EE604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25116-56ED-4A95-BD59-E59A3055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5a89caf2e4da3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BFD04D-A067-42EB-97CF-E9C9BC21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39E59-C8CA-453F-AB96-059AE508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97B76-AC9E-45A1-99D8-DB0DB111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PlayerMovement.cs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CAC12A-C203-4CB8-96C0-746E94B2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9144000" cy="4191000"/>
          </a:xfrm>
          <a:prstGeom xmlns:a="http://schemas.openxmlformats.org/drawingml/2006/main" prst="roundRect">
            <a:avLst>
              <a:gd name="adj" fmla="val 1591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76C2B-D4A4-429E-A706-8B596B6A2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87249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using UnityEngine;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[RequireComponent(typeof(Rigidbody))]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public class PlayerMovement : MonoBehaviour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[SerializeField] private float moveSpeed = 6f;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Rigidbody rb;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Vector3 moveDirection;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Awake() =&gt; rb = GetComponent&lt;Rigidbody&gt;();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Update()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float h = Input.GetAxisRaw("Horizontal");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float v = Input.GetAxisRaw("Vertical");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moveDirection = new Vector3(h, 0f, v).normalized;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FixedUpdate()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(rb == null) return;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rb.MovePosition(rb.position + moveDirection * moveSpeed * Time.fixedDeltaTime);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93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3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8594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C61769-C786-416F-B475-BD35E117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6AC82-BFEC-41FD-AC25-A58F607D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070a889dd4745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BB089-C7A4-4EC6-827E-4C7F4185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33594-89FF-4779-9F9E-036FAD09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43A70-B2D5-4678-9578-7B7DDCA6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Error frecuente: Input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2A30B-5802-450D-8264-E4241DFAE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8191500" cy="9525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21346-1EBE-4079-94D3-D1ABBD6B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81200"/>
            <a:ext cx="7772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InvalidOperationException:</a:t>
            </a:r>
          </a:p>
          <a:p xmlns:a="http://schemas.openxmlformats.org/drawingml/2006/main">
            <a:pPr algn="l">
              <a:defRPr sz="1013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You are trying to read Input using the UnityEngine.Input class,</a:t>
            </a:r>
          </a:p>
          <a:p xmlns:a="http://schemas.openxmlformats.org/drawingml/2006/main">
            <a:pPr algn="l">
              <a:defRPr sz="1013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but active Input handling is Input System package.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38EEC-5D42-4F2C-BEA6-36D164CC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1B2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61B2A"/>
                </a:solidFill>
                <a:latin typeface="Aptos Display"/>
                <a:ea typeface="Aptos Display"/>
                <a:cs typeface="Aptos Display"/>
              </a:rPr>
              <a:t>Para esta práctica: Active Input Handling = Both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DB4E4-3567-47C6-9EA8-ECAE37CB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43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FCEAD-D90B-4C1C-B3CF-9F7A1E72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005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Edit &gt; Project Settings &gt; Player &gt; Other Settings.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C9FD2-A25F-4B03-B6F9-30E44AC5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05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21206-4912-4ADC-ADC8-4D5B59CE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624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Cambiar a Both para permitir Input.GetAxisRaw.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6F5882-D0F9-4AFF-ABAF-D4638FDF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67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6E1418-B7C8-472D-985F-2D213647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244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Reiniciar Unity si lo pide.</a:t>
            </a:r>
          </a:p>
        </p:txBody>
      </p:sp>
    </p:spTree>
    <p:extLst>
      <p:ext uri="{BB962C8B-B14F-4D97-AF65-F5344CB8AC3E}">
        <p14:creationId xmlns:p14="http://schemas.microsoft.com/office/powerpoint/2010/main" val="16114696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80DB8B-5F9F-4CD1-8B10-1FD61957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D8E14-C45F-4117-BD11-5AA3D106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a196db04473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69D80-48BE-474A-837E-7F68A86A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220DD-65C0-4021-B663-3E772A8A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EB1BD-D77F-437D-A7EF-2E200CED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Coleccionables y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862DB-C7B5-4AFD-9691-55654737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57150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932"/>
          </a:solidFill>
          <a:ln xmlns:a="http://schemas.openxmlformats.org/drawingml/2006/main" w="9525">
            <a:solidFill>
              <a:srgbClr val="1518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4800C-1B79-4C5B-8D5C-AB37BC73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571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B"/>
          </a:solidFill>
          <a:ln xmlns:a="http://schemas.openxmlformats.org/drawingml/2006/main" w="0">
            <a:solidFill>
              <a:srgbClr val="1F23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9FBE9-9ED9-4A37-A3A8-5BD1AEA2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CBD2DF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CBD2DF"/>
                </a:solidFill>
                <a:latin typeface="Aptos"/>
                <a:ea typeface="Aptos"/>
                <a:cs typeface="Aptos"/>
              </a:rPr>
              <a:t>Unity - CubeRunnerArena.unity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10E6AD-F1DC-4C67-9F3F-87ED1707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190625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843"/>
          </a:solidFill>
          <a:ln xmlns:a="http://schemas.openxmlformats.org/drawingml/2006/main" w="9525">
            <a:solidFill>
              <a:srgbClr val="444C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20F2B9-CA4D-465E-ACE2-D4E988B8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86000"/>
            <a:ext cx="131445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843"/>
          </a:solidFill>
          <a:ln xmlns:a="http://schemas.openxmlformats.org/drawingml/2006/main" w="9525">
            <a:solidFill>
              <a:srgbClr val="444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229FF-1D92-4E40-9FA8-5ED14675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86000"/>
            <a:ext cx="2743200" cy="2390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13A"/>
          </a:solidFill>
          <a:ln xmlns:a="http://schemas.openxmlformats.org/drawingml/2006/main" w="9525">
            <a:solidFill>
              <a:srgbClr val="444C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94715-12D5-409F-AADB-6709E7DB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BE2E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BE2EE"/>
                </a:solidFill>
                <a:latin typeface="Aptos"/>
                <a:ea typeface="Aptos"/>
                <a:cs typeface="Aptos"/>
              </a:rPr>
              <a:t>Hierarchy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C6CDD-0CCC-4B27-812E-CE2B03AF2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BE2E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BE2EE"/>
                </a:solidFill>
                <a:latin typeface="Aptos"/>
                <a:ea typeface="Aptos"/>
                <a:cs typeface="Aptos"/>
              </a:rPr>
              <a:t>Inspector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424D43-CFA3-4F13-94EB-12AEC35D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Ground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3F278-4D70-482E-90A4-87B068C1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C1880-C9BE-426E-B51F-2549E169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2895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Collectibles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F2CA5E-B450-465C-9E0E-0F81ADA7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3850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Obstacles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DF896-B719-482C-A769-FC8DCF7C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Canvas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8BD257-4ADC-4BFC-8840-F9F3A5A5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5760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GameManager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EE0A2-737C-4DCB-8297-924AED9F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47950"/>
            <a:ext cx="2624138" cy="1436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44196">
            <a:solidFill>
              <a:srgbClr val="9BA3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87CB8D-9C46-47A9-A2B2-4C3EC817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039" y="2769489"/>
            <a:ext cx="2381060" cy="1193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F0"/>
          </a:solidFill>
          <a:ln xmlns:a="http://schemas.openxmlformats.org/drawingml/2006/main" w="9525">
            <a:solidFill>
              <a:srgbClr val="CCD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EEF6AD-E372-4ECC-94A8-6682A4AD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2995994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62C65-730C-4FF4-99A3-82B29C27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420" y="3780473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2BE110-FD09-4B07-94BE-9C7F5F56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135" y="3089910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B88F61-C794-4DE7-991F-34BD5555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369" y="3736277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DF65C-D949-49E9-B0BA-E29EC6DD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055" y="3034665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11E0C4-5F1B-451A-8F86-04349CB7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279" y="3852291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45E227-3DD0-497C-BADF-926683F2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605" y="3421380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EC29A7-0A2A-4D71-8C54-8CB253BE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023" y="3504248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31F901-F5F7-43DB-BF59-55BD5CBB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685" y="3288792"/>
            <a:ext cx="198882" cy="198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9FD30A-FE23-4357-B86E-4819B9BE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3509772"/>
            <a:ext cx="265176" cy="88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1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391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E4DA26-B69D-4B76-B026-CC6CB03A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3288792"/>
            <a:ext cx="198882" cy="198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64FAB2-D4C5-4318-8A80-75B0C6744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3509772"/>
            <a:ext cx="265176" cy="88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1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391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4DED92-9692-4B16-A6CA-CA68B339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248" y="3780473"/>
            <a:ext cx="198882" cy="198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07C916-1ADB-4DE0-912B-73D3D3CC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01453"/>
            <a:ext cx="265176" cy="88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1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391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881593-FAF6-4857-8828-2740B163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086" y="3432429"/>
            <a:ext cx="154686" cy="243078"/>
          </a:xfrm>
          <a:prstGeom xmlns:a="http://schemas.openxmlformats.org/drawingml/2006/main" prst="roundRect">
            <a:avLst>
              <a:gd name="adj" fmla="val 49261"/>
            </a:avLst>
          </a:prstGeom>
          <a:solidFill xmlns:a="http://schemas.openxmlformats.org/drawingml/2006/main">
            <a:srgbClr val="2F65FF"/>
          </a:solidFill>
          <a:ln xmlns:a="http://schemas.openxmlformats.org/drawingml/2006/main" w="0">
            <a:solidFill>
              <a:srgbClr val="234BB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D9B323-FD5E-4287-8C6D-94BECC0B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6553"/>
            <a:ext cx="198882" cy="198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66"/>
          </a:solidFill>
          <a:ln xmlns:a="http://schemas.openxmlformats.org/drawingml/2006/main" w="0">
            <a:solidFill>
              <a:srgbClr val="1377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98908D-F465-4E95-AAF4-885F7ECB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62890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471BEE-35F2-46EC-9EE9-B66EC18B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7622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Transform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07AF64E-C6D2-4796-A8AE-649189CF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2895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5FAF0A-B2B5-439C-BCFC-F89923FF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623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Rigidbody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4685974-A01E-4CE7-9774-72469585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42900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496801-F663-4C63-9EC9-41124BDC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5623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Capsule Collider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4A71FAA-B50E-41FF-9C68-71391BD7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82905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AE27E80-1BE1-4114-9643-AE2D26C0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9624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PlayerMovement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3BD173-809C-40D6-A5A2-BAAE2140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22910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95CE643-CF49-43D2-BE79-AEDA38EB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3624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Tag: Player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59FF4A-7280-4A29-8494-CB2F6CD7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859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0BE51E5-C63E-4708-8790-8EDD22DB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193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Sphere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3E94863-0B2D-4CA9-BEE8-BD999D289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286000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Collider marcado como Is Trigger.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780310-1A96-4E96-BC36-70F5C51F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88F808D-BA03-47BB-A0BB-6606EEAA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C8A4E7-C372-43EB-9E73-52699D75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67050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Tag Player y Rigidbody.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703DFAF-9C67-40DF-B324-6AC65748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448050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2527D9-7D71-41A7-9BBD-FE28D3B2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814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GameManager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916C8D-08C5-4A28-A50D-7F22B6E2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48100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ScoreText asignado en Inspector.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28C2A4-74FD-47CD-A0E1-95E876D4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54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61B2A"/>
                </a:solidFill>
                <a:latin typeface="Aptos"/>
                <a:ea typeface="Aptos"/>
                <a:cs typeface="Aptos"/>
              </a:rPr>
              <a:t>Si el trigger no salta, casi siempre falta una pieza de Inspector.</a:t>
            </a:r>
          </a:p>
        </p:txBody>
      </p:sp>
    </p:spTree>
    <p:extLst>
      <p:ext uri="{BB962C8B-B14F-4D97-AF65-F5344CB8AC3E}">
        <p14:creationId xmlns:p14="http://schemas.microsoft.com/office/powerpoint/2010/main" val="187403833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C46A8C-6B42-4696-BC65-8067F99D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25CA7-645C-4F36-B80A-C6B7F633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06aeaccf0468f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E6906-7022-4716-980B-C641A966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FECFD-23F7-4D67-B75E-56541E19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344615-9D98-4C5E-AEE2-AA290EC7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Collectible.cs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EB6C7C-7589-47ED-9696-B13AE8E7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38300"/>
            <a:ext cx="8572500" cy="3857625"/>
          </a:xfrm>
          <a:prstGeom xmlns:a="http://schemas.openxmlformats.org/drawingml/2006/main" prst="roundRect">
            <a:avLst>
              <a:gd name="adj" fmla="val 1728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FCC51B-0B2F-41E0-810A-E31D6C06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09750"/>
            <a:ext cx="8153400" cy="3571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using UnityEngine;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public class Collectible : MonoBehaviour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[SerializeField] private int points = 1;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bool collected;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OnTriggerEnter(Collider other)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(collected) return;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(!other.CompareTag("Player"))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collected =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GameManager gameManager = FindObjectOfType&lt;GameManager&gt;();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(gameManager != null) gameManager.AddScore(points);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gameObject.SetActive(false);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146286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5A6B19-85FB-4453-92F8-1E703465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D1FF3-75CE-4432-B6E4-B577C3E2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26f75f06644af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307A0-D0A5-4EFD-A4D4-674F3026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E26956-6832-4681-98B1-33630CF1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95A7C-DC16-460D-88B5-8216B1E9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GameManager: primera versión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43776-2140-43F5-80BC-51629982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4476750" cy="2857500"/>
          </a:xfrm>
          <a:prstGeom xmlns:a="http://schemas.openxmlformats.org/drawingml/2006/main" prst="roundRect">
            <a:avLst>
              <a:gd name="adj" fmla="val 2333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41992-B2BE-4DEB-9C9A-0BB9EA7D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40576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Responsabilidades:</a:t>
            </a:r>
          </a:p>
          <a:p xmlns:a="http://schemas.openxmlformats.org/drawingml/2006/main">
            <a:pPr algn="l">
              <a:defRPr sz="112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guardar score</a:t>
            </a:r>
          </a:p>
          <a:p xmlns:a="http://schemas.openxmlformats.org/drawingml/2006/main">
            <a:pPr algn="l">
              <a:defRPr sz="112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contar coleccionables totales al empezar</a:t>
            </a:r>
          </a:p>
          <a:p xmlns:a="http://schemas.openxmlformats.org/drawingml/2006/main">
            <a:pPr algn="l">
              <a:defRPr sz="112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actualizar ScoreText</a:t>
            </a:r>
          </a:p>
          <a:p xmlns:a="http://schemas.openxmlformats.org/drawingml/2006/main">
            <a:pPr algn="l">
              <a:defRPr sz="112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mostrar victoria al recoger todo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Restricciones:</a:t>
            </a:r>
          </a:p>
          <a:p xmlns:a="http://schemas.openxmlformats.org/drawingml/2006/main">
            <a:pPr algn="l">
              <a:defRPr sz="112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no eventos todavía</a:t>
            </a:r>
          </a:p>
          <a:p xmlns:a="http://schemas.openxmlformats.org/drawingml/2006/main">
            <a:pPr algn="l">
              <a:defRPr sz="112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no ScriptableObjects</a:t>
            </a:r>
          </a:p>
          <a:p xmlns:a="http://schemas.openxmlformats.org/drawingml/2006/main">
            <a:pPr algn="l">
              <a:defRPr sz="112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null-checks simples para UI</a:t>
            </a:r>
          </a:p>
          <a:p xmlns:a="http://schemas.openxmlformats.org/drawingml/2006/main">
            <a:pPr algn="l">
              <a:defRPr sz="112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TextMeshProUGUI asignado en Inspector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68F99-78EB-4041-B12F-87AECCF7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4000500" cy="2333625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800C59-5272-4187-ACE6-0B310CE3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358140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public void AddScore(int points)</a:t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if (gameEnded)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score += points;</a:t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collectedCount++;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UpdateScoreUI();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if (collectedCount &gt;= totalCollectibles)</a:t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WinGame();</a:t>
            </a:r>
          </a:p>
          <a:p xmlns:a="http://schemas.openxmlformats.org/drawingml/2006/main">
            <a:pPr algn="l">
              <a:defRPr sz="106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106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8A2951-0F98-469E-895B-0BA9D500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1B2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E61B2A"/>
                </a:solidFill>
                <a:latin typeface="Aptos Display"/>
                <a:ea typeface="Aptos Display"/>
                <a:cs typeface="Aptos Display"/>
              </a:rPr>
              <a:t>El manager coordina el prototipo; no convierte todo en sistema.</a:t>
            </a:r>
          </a:p>
        </p:txBody>
      </p:sp>
    </p:spTree>
    <p:extLst>
      <p:ext uri="{BB962C8B-B14F-4D97-AF65-F5344CB8AC3E}">
        <p14:creationId xmlns:p14="http://schemas.microsoft.com/office/powerpoint/2010/main" val="844682225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0F9D28-C4D2-497D-9E17-31B13CAC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E9584-37BA-469C-9063-DB804828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ff52a881140c8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0038C-E91A-4845-B7BD-3F7E9CB5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6839D-E705-4EC2-B3FA-AFF6252E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EFB99-EE8C-41EB-972F-B1C628CC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Estados, tiempo y reinicio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5D56D-4AB0-4D9E-BE26-8F0DE07A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C09DC-B369-4ABB-BE7F-24AE87B1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24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Inicio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5147C-81E0-4413-AF6B-283057F9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Start() configura escena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98949-8B85-4006-9BC6-96E9F2CA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7907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F4620-680C-4455-9904-B839301A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924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Jugando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D0CF8-70F3-493F-AA4E-EB45A59A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1907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Update() descuenta tiempo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1C916-BD8B-46F0-95C2-2251BE10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7907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9B742-FBD1-471C-9A98-F5865B1B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9240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Victoria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63198-6D07-421A-BDD0-4F7A1036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907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todos los coleccionables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3F2D5-12F6-457A-9560-3F7F1C6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46207-DFE6-40CF-BA38-635AB3A2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Derrota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E9923A-F6F8-4998-A2DD-D0E61F33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tiempo 0 u obstáculo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03798-1AF5-4A7C-AFB7-0AC42F19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7051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ED6570-2302-47B0-87F7-BEEC449B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838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Bloqueo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C10452-9CB4-4BF9-8BD6-2FD0B481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1051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gameEnded evita dobles eventos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4D9D0A-8491-44E7-81E6-9F38C1079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05100"/>
            <a:ext cx="2400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5E7CF2-2027-4433-8394-D8CF8B3D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838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Reinicio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933198-CAE0-4A0B-AA8A-96E8CD5B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0515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tecla R + LoadScene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55AB7E-CE2C-4111-9165-03A12996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76800"/>
            <a:ext cx="781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61B2A"/>
                </a:solidFill>
                <a:latin typeface="Aptos"/>
                <a:ea typeface="Aptos"/>
                <a:cs typeface="Aptos"/>
              </a:rPr>
              <a:t>No usamos Time.timeScale en esta práctica: mantenemos el flujo simple y visible.</a:t>
            </a:r>
          </a:p>
        </p:txBody>
      </p:sp>
    </p:spTree>
    <p:extLst>
      <p:ext uri="{BB962C8B-B14F-4D97-AF65-F5344CB8AC3E}">
        <p14:creationId xmlns:p14="http://schemas.microsoft.com/office/powerpoint/2010/main" val="57150807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A1D592-5F9A-4368-89C2-A03D6687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468F25-CD67-4569-A8AA-B3B87BFC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800c469824521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1BC57-BA1C-46C2-BDF7-12743BE8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2CECE-053E-4621-BBBE-41A5CFFE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D6406B-CF08-4488-9CBF-A72036DC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Obstáculos con cubos rojos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B7CBE-7067-4A5B-93DC-67B12802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4162425" cy="2278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70104">
            <a:solidFill>
              <a:srgbClr val="9BA3A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237A88-84C1-4297-B031-52DFD8B3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661" y="2193036"/>
            <a:ext cx="3776853" cy="1892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F0"/>
          </a:solidFill>
          <a:ln xmlns:a="http://schemas.openxmlformats.org/drawingml/2006/main" w="9525">
            <a:solidFill>
              <a:srgbClr val="CCD2D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6615C-EF1F-4C19-8905-4F81A5FF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552319"/>
            <a:ext cx="140208" cy="140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084E1-8397-403B-B22C-EB169E6B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6955" y="3796665"/>
            <a:ext cx="140208" cy="140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F7188-D31B-4E37-AE2E-76B66333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0365" y="2701290"/>
            <a:ext cx="140208" cy="140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5DBF30-8A98-41C8-A602-9DE8ACAF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7081" y="3726561"/>
            <a:ext cx="140208" cy="140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C1F32-3455-41D4-981A-DE9A1722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2445" y="2613660"/>
            <a:ext cx="140208" cy="140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EAF9E7-5843-4D3C-9C3F-52108107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834" y="3910584"/>
            <a:ext cx="140208" cy="140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F8E5F0-AFB4-498B-921A-4B301D05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6145" y="3227070"/>
            <a:ext cx="140208" cy="140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7AA66-62A5-4D3E-B780-B02D3E8F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3358515"/>
            <a:ext cx="140208" cy="1402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9B7DD9-CB44-4BE8-BD9E-C94A3F49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3016758"/>
            <a:ext cx="315468" cy="315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F47B5-2080-4085-8520-C4E4B048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67278"/>
            <a:ext cx="420624" cy="140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1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621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03DBB-48D1-40ED-B083-F09B73FC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6665" y="3016758"/>
            <a:ext cx="315468" cy="315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8A376F-3739-4679-AAA7-6A47A7FE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367278"/>
            <a:ext cx="420624" cy="140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1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621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C156C-0C57-407A-BA0D-24295E61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440" y="3796665"/>
            <a:ext cx="315468" cy="315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A92DBC-3F46-439D-B4D4-2D2E169A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47185"/>
            <a:ext cx="420624" cy="1402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1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621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A351DC-08D1-4DC1-8AB4-CB21C604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2839" y="3244596"/>
            <a:ext cx="245364" cy="385572"/>
          </a:xfrm>
          <a:prstGeom xmlns:a="http://schemas.openxmlformats.org/drawingml/2006/main" prst="roundRect">
            <a:avLst>
              <a:gd name="adj" fmla="val 31056"/>
            </a:avLst>
          </a:prstGeom>
          <a:solidFill xmlns:a="http://schemas.openxmlformats.org/drawingml/2006/main">
            <a:srgbClr val="2F65FF"/>
          </a:solidFill>
          <a:ln xmlns:a="http://schemas.openxmlformats.org/drawingml/2006/main" w="0">
            <a:solidFill>
              <a:srgbClr val="234BB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4C6F4-286F-4453-B809-AD0E0947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94585"/>
            <a:ext cx="315468" cy="3154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66"/>
          </a:solidFill>
          <a:ln xmlns:a="http://schemas.openxmlformats.org/drawingml/2006/main" w="0">
            <a:solidFill>
              <a:srgbClr val="13774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081227-CC00-4B75-8962-CA09A442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EBB11B-807E-4A6D-B77E-79CC1B7A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4787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14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Movimiento entre dos puntos.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2C3545-DBE1-4606-8BE0-4A3EAE66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90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C40952-FF07-47BC-A5E4-82ABA3DF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479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14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Vector3.MoveTowards.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66DDEB-71D7-41D4-B444-728E46C0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002D13-8349-4BE0-A2DC-C6BFF4B46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4797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14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Collider normal, no trigger.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EDB628-487D-4184-9E7C-2D4C9EBA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90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679648-EB22-4A4E-8244-80BCA2DB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2480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14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OnCollisionEnter llama a LoseGame().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D1D6D4-C080-4C97-B347-EC2766C2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909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AC93E9-D7A5-4D0F-B4CE-8916D690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64807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14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La dificultad se ajusta con distancia y velocidad.</a:t>
            </a:r>
          </a:p>
        </p:txBody>
      </p:sp>
    </p:spTree>
    <p:extLst>
      <p:ext uri="{BB962C8B-B14F-4D97-AF65-F5344CB8AC3E}">
        <p14:creationId xmlns:p14="http://schemas.microsoft.com/office/powerpoint/2010/main" val="110556118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F2EFF2-9A74-4EDD-9793-8732D4E7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6FF3A5-FDD4-4C27-993E-C95EF760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c7c11e8044221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4AF76-A369-4124-AAC5-4E9CFB75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5D85A-A642-45E1-BCD9-B7877F8A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C5F6A-4663-486F-B28C-38E99392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MovingObstacle.cs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AB0AB-2FC3-4E40-AF83-D26FE71C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10096500" cy="3524250"/>
          </a:xfrm>
          <a:prstGeom xmlns:a="http://schemas.openxmlformats.org/drawingml/2006/main" prst="roundRect">
            <a:avLst>
              <a:gd name="adj" fmla="val 1892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5B733-EB79-4CC0-BEEB-CCEF76D5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96774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public class MovingObstacle : MonoBehaviour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[SerializeField] private float moveDistance = 4f;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[SerializeField] private float moveSpeed = 3f;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[SerializeField] private Vector3 moveDirection = Vector3.right;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Vector3 targetA, targetB, currentTarget;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GameManager gameManager;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Start()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Vector3 dir = moveDirection.normalized;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targetA = transform.position - dir * moveDistance;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targetB = transform.position + dir * moveDistance;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currentTarget = targetB;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gameManager = FindObjectOfType&lt;GameManager&gt;();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73E464-21E3-4CCB-89EA-1B12131C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704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En clase se completa con Update() y OnCollisionEnter().</a:t>
            </a:r>
          </a:p>
        </p:txBody>
      </p:sp>
    </p:spTree>
    <p:extLst>
      <p:ext uri="{BB962C8B-B14F-4D97-AF65-F5344CB8AC3E}">
        <p14:creationId xmlns:p14="http://schemas.microsoft.com/office/powerpoint/2010/main" val="267382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4E054A-FC21-4AEA-81DD-E73BF82B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DFB37-25CE-4677-8562-AA451D60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c24bbe81a4599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D6B21-07CA-40A0-BC02-0FCCD24D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24843-E6AA-47BC-AED7-0977AF02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ACCF1-DCC7-4B4B-A8E1-0827D791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Cámara y pulido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617D9-09E1-460D-A572-29BDDDAE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16FDF-6954-4BE5-802F-3DF28307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Opción mínima: cámara fija inclinada.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AF76B-C569-4EF1-AFDD-A591DC1F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7A7EA-CC1C-4FD8-A376-BE52D451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09825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Opción práctica: CameraFollow con offset.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26FC0-4A52-4357-8F29-21E85703A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D1A82-625F-4FBF-9E38-8420FC6B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67025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Usar LateUpdate para evitar vibración.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8ECAE-0A68-4397-9A54-F16026D4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196BEB-89C8-453E-A40E-0262BD38D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24225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3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No usar Cinemachine: menos dependencias para una clase inicial.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BED6C4-7E0A-4A28-B7E3-0F87395C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67100"/>
            <a:ext cx="3714750" cy="1524000"/>
          </a:xfrm>
          <a:prstGeom xmlns:a="http://schemas.openxmlformats.org/drawingml/2006/main" prst="roundRect">
            <a:avLst>
              <a:gd name="adj" fmla="val 4375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E6C95-E16F-4DED-B0F5-2463BF1F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38550"/>
            <a:ext cx="32956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Prompt: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Necesito CameraFollow simple.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Target = Player.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Mantener offset configurable.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Usar LateUpdate.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No usar Cinemachine.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Código completo + Inspector.</a:t>
            </a:r>
          </a:p>
        </p:txBody>
      </p:sp>
    </p:spTree>
    <p:extLst>
      <p:ext uri="{BB962C8B-B14F-4D97-AF65-F5344CB8AC3E}">
        <p14:creationId xmlns:p14="http://schemas.microsoft.com/office/powerpoint/2010/main" val="2049080435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94820D-EFE1-4177-A1E4-0CF0E6CF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918D47-DF2C-425E-A6EB-AAF753F5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5c906b16a4cad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0EF50-DA4D-4B75-8D4F-C8D2C0BA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A1E0FA-6C23-4422-BF04-A1995529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13A76-D19A-49B4-A8EC-AABA5576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Unity no se arregla solo con código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78ABE-DBF5-4E6F-A4CC-B58C4225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5905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932"/>
          </a:solidFill>
          <a:ln xmlns:a="http://schemas.openxmlformats.org/drawingml/2006/main" w="9525">
            <a:solidFill>
              <a:srgbClr val="1518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C9CDB-0B00-44CF-A9BE-57D9B016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590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32B"/>
          </a:solidFill>
          <a:ln xmlns:a="http://schemas.openxmlformats.org/drawingml/2006/main" w="0">
            <a:solidFill>
              <a:srgbClr val="1F23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960D13-2180-400A-A4D0-090BC911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CBD2DF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CBD2DF"/>
                </a:solidFill>
                <a:latin typeface="Aptos"/>
                <a:ea typeface="Aptos"/>
                <a:cs typeface="Aptos"/>
              </a:rPr>
              <a:t>Unity - CubeRunnerArena.unity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C6C1D5-50B7-460E-B2CC-B18D4E7CA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1190625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843"/>
          </a:solidFill>
          <a:ln xmlns:a="http://schemas.openxmlformats.org/drawingml/2006/main" w="9525">
            <a:solidFill>
              <a:srgbClr val="444C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707D1-20C3-4DC4-9DCE-4DC466BB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13144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3843"/>
          </a:solidFill>
          <a:ln xmlns:a="http://schemas.openxmlformats.org/drawingml/2006/main" w="9525">
            <a:solidFill>
              <a:srgbClr val="444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23467A-8D67-4A18-B5D7-DA7A5733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09800"/>
            <a:ext cx="29337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13A"/>
          </a:solidFill>
          <a:ln xmlns:a="http://schemas.openxmlformats.org/drawingml/2006/main" w="9525">
            <a:solidFill>
              <a:srgbClr val="444C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09546-71C6-46F7-994B-4BB2E5C2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BE2E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BE2EE"/>
                </a:solidFill>
                <a:latin typeface="Aptos"/>
                <a:ea typeface="Aptos"/>
                <a:cs typeface="Aptos"/>
              </a:rPr>
              <a:t>Hierarchy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C5908A-8800-40DE-8CB2-B01113B42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05050"/>
            <a:ext cx="85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DBE2E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DBE2EE"/>
                </a:solidFill>
                <a:latin typeface="Aptos"/>
                <a:ea typeface="Aptos"/>
                <a:cs typeface="Aptos"/>
              </a:rPr>
              <a:t>Inspector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62B58F-BE86-4237-8F75-675816262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Ground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F453E-B13F-42E6-BC6C-226420C3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06A70-3F27-4627-9660-6E2730AC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Collectibles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17182-747D-499A-BC1B-1AA57532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Obstacles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A4A4EC-23F6-4DD3-9DCF-9C7B291A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Canvas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F1472E-6F04-4D2F-950D-3F98254A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81400"/>
            <a:ext cx="8953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C6CEDA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C6CEDA"/>
                </a:solidFill>
                <a:latin typeface="Aptos"/>
                <a:ea typeface="Aptos"/>
                <a:cs typeface="Aptos"/>
              </a:rPr>
              <a:t>GameManager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60B51-1DD5-48D7-8B0E-37AD9EAC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2624138" cy="14363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44196">
            <a:solidFill>
              <a:srgbClr val="9BA3A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97E56E-CAFA-48F1-AE6F-7A743DD4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8039" y="2693289"/>
            <a:ext cx="2381060" cy="1193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BF0"/>
          </a:solidFill>
          <a:ln xmlns:a="http://schemas.openxmlformats.org/drawingml/2006/main" w="9525">
            <a:solidFill>
              <a:srgbClr val="CCD2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4BD283-E5D3-4EB4-8771-9864BDC3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0838" y="2919794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27154F-766B-4797-BDEF-47F84311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0420" y="3704273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726D70-B5E4-4253-93BA-F0417026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7135" y="3013710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6B6B0A-2859-4DD5-A52F-90300E33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369" y="3660077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7081F4-B6D1-4C8C-99E5-E9C629E6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055" y="2958465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0179F8-76DD-4940-8DE4-62DF2602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279" y="3776091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A31F55-3C96-44ED-B691-F888F2B58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8605" y="3345180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3BEDF1-AA3F-4CC6-8A69-F9BC50BA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023" y="3428048"/>
            <a:ext cx="88392" cy="883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18"/>
          </a:solidFill>
          <a:ln xmlns:a="http://schemas.openxmlformats.org/drawingml/2006/main" w="9525">
            <a:solidFill>
              <a:srgbClr val="C893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5A4025-2E89-42E9-BBF1-10179815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4685" y="3212592"/>
            <a:ext cx="198882" cy="198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8DB9D6-6E8A-43B3-ABEA-754F3755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7063" y="3433572"/>
            <a:ext cx="265176" cy="88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1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391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F40251-2C5A-4D3C-B363-7206AA22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585" y="3212592"/>
            <a:ext cx="198882" cy="198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9022C1-0CAD-4E35-86D1-E1977778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63" y="3433572"/>
            <a:ext cx="265176" cy="88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1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391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6AF513-5B2E-4A64-981F-1EA4BE11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5248" y="3704273"/>
            <a:ext cx="198882" cy="198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A80F1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F29DDD-77E8-4483-AF6A-69ED8AA4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925253"/>
            <a:ext cx="265176" cy="883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91" b="0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391" b="0">
                <a:solidFill>
                  <a:srgbClr val="E61B2A"/>
                </a:solidFill>
                <a:latin typeface="Aptos"/>
                <a:ea typeface="Aptos"/>
                <a:cs typeface="Aptos"/>
              </a:rPr>
              <a:t>&lt; &gt;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B7C0DB-C32A-45C7-A511-1CFCDBFD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086" y="3356229"/>
            <a:ext cx="154686" cy="243078"/>
          </a:xfrm>
          <a:prstGeom xmlns:a="http://schemas.openxmlformats.org/drawingml/2006/main" prst="roundRect">
            <a:avLst>
              <a:gd name="adj" fmla="val 49261"/>
            </a:avLst>
          </a:prstGeom>
          <a:solidFill xmlns:a="http://schemas.openxmlformats.org/drawingml/2006/main">
            <a:srgbClr val="2F65FF"/>
          </a:solidFill>
          <a:ln xmlns:a="http://schemas.openxmlformats.org/drawingml/2006/main" w="0">
            <a:solidFill>
              <a:srgbClr val="234BB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7CDA76-8791-44DD-A32E-6D49DCA7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20353"/>
            <a:ext cx="198882" cy="1988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366"/>
          </a:solidFill>
          <a:ln xmlns:a="http://schemas.openxmlformats.org/drawingml/2006/main" w="0">
            <a:solidFill>
              <a:srgbClr val="13774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DF4387-E604-4166-9103-DCAD6282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55270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21DC95-380E-49B4-9237-11FFEC9B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26860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Transform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FC2A5C-5D18-4241-AABF-F8158CBC7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5275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4E4CE2-7B93-4C0C-9FE0-827EDC77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0861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Rigidbody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93BB9E4-A7C5-4D50-82AD-AA0D72B8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35280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B9C3687-A7DB-48AD-812B-4511E164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861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Capsule Collider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A62384-7C18-4F70-AF7A-87D9BC87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75285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A5691AB-93E5-43B2-8B8E-72FF253A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88620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PlayerMovement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3B1127-F392-4AF4-9AF9-F38E10E3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15290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77DDEB-ABD4-450D-906A-06F9B0A0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286250"/>
            <a:ext cx="742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Tag: Player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B037B15-C4B6-49FD-80CB-A4CFCB1B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52625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DA2C0DB-7175-4642-BDB4-7CD8EA2F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85975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El error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B2AF0BD-59A5-4E30-B7BD-6F629C81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35267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NullReferenceException en GameManager.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C56C8E-F67C-4816-B872-06823D77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EF500C-A941-4A7E-A023-7C3B3D2D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867025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Lo que mira ChatGPT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9CF4592-C17D-45E7-B51C-92786E42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1337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Script, consola y contexto.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4109130-8EE7-4C3D-8420-7CAB4A3C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14725"/>
            <a:ext cx="2381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78A2227-A1FF-4ED8-88B0-450B56C08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48075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Lo que mira Unity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438EE7-9566-4B69-A69E-DAC8EC12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1477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Inspector, escena, tags y componentes.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A68763-7314-4400-963D-C959F076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E61B2A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E61B2A"/>
                </a:solidFill>
                <a:latin typeface="Aptos"/>
                <a:ea typeface="Aptos"/>
                <a:cs typeface="Aptos"/>
              </a:rPr>
              <a:t>Regla práctica: script + captura + consola + qué hay en Inspector.</a:t>
            </a:r>
          </a:p>
        </p:txBody>
      </p:sp>
    </p:spTree>
    <p:extLst>
      <p:ext uri="{BB962C8B-B14F-4D97-AF65-F5344CB8AC3E}">
        <p14:creationId xmlns:p14="http://schemas.microsoft.com/office/powerpoint/2010/main" val="186505578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C53015-241C-4FEC-BA50-FB07EA40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CE66C-BA8C-4869-B1DD-8147AA54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3568031908479f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639E5-8218-4072-B279-F93C2C8C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31908-7D7D-4E45-BB1D-FDA5DEE3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9A2AE-DAB2-4840-B18E-B7349905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Prompt de depuración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FA9CA-1A42-4316-AC07-3D9AEBB9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8858250" cy="4095750"/>
          </a:xfrm>
          <a:prstGeom xmlns:a="http://schemas.openxmlformats.org/drawingml/2006/main" prst="roundRect">
            <a:avLst>
              <a:gd name="adj" fmla="val 1628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7A67B-EECE-4775-8F06-DBC6026D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90700"/>
            <a:ext cx="84391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Tengo este error en Unity: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[pegar error completo]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Este es el script: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[pegar script]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Contexto de la escena: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GameObject donde está el script: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componentes del Player: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tag del Player: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colliders: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Rigidbody: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- referencias asignadas en Inspector: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Dime: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1. causa más probable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2. cómo comprobarlo en Unity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3. cambio mínimo</a:t>
            </a:r>
          </a:p>
          <a:p xmlns:a="http://schemas.openxmlformats.org/drawingml/2006/main">
            <a:pPr algn="l">
              <a:defRPr sz="96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6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4. qué no debería tocar</a:t>
            </a:r>
          </a:p>
        </p:txBody>
      </p:sp>
    </p:spTree>
    <p:extLst>
      <p:ext uri="{BB962C8B-B14F-4D97-AF65-F5344CB8AC3E}">
        <p14:creationId xmlns:p14="http://schemas.microsoft.com/office/powerpoint/2010/main" val="11595421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663AE9-0BB3-49A7-BB73-ABDEE11A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BC310-BB31-4529-8BE8-721DE16B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8e1c96a974cdb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EF20E-FE7F-4F6F-8367-06CE1B42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0947F-E603-42A5-BACB-D8E478E7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DA5703-D631-4721-9F8B-2132A57D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Bugs típicos de la práctica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6DE0D1-122A-43BD-B1A0-DFC01475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3810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6955A-3701-42A0-AF17-D7081CAE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2405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Input no funciona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956FD-03C5-4E43-B28B-9E27DF93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9075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Active Input Handling no está en Both.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9B074-2F98-4A3D-A125-D807BEAB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90700"/>
            <a:ext cx="3810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82B75-CDD5-4779-A977-690488BB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92405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Trigger no salta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C06B2-1921-4707-BF84-7D7A254B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19075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Is Trigger, tag Player o Rigidbody.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85A28-5354-44AA-901D-FF5880FE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3810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5BB48F-44FE-493D-A04A-8FC3F559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Colisión no salta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D93D6-8509-4036-B7BE-AD9C0204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0515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Algún collider está en trigger.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D5A26-1677-4C58-82D0-4613B494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05100"/>
            <a:ext cx="3810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55140-FEB1-4D9B-A799-22F04C28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3845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Texto no cambia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805C9E-2DD6-400B-84FB-86BFBC3D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Referencia UI no asignada.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04D5A-1E37-4EDB-88E1-6E32B410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3810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89DD49-2D84-4F13-81FC-BBEFA7B6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5285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Cámara vibra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B184A7-832E-493D-8068-E814CAE2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Seguir en Update en vez de LateUpdate.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24BC83-6ACB-4241-ABD6-89CF8281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3810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A4A983-EC98-4538-90DA-54BE52F0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52850"/>
            <a:ext cx="3505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LoadScene falla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3F87DE-A685-4328-BC8A-B0F6443B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4019550"/>
            <a:ext cx="350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Escena no guardada o Build Settings.</a:t>
            </a:r>
          </a:p>
        </p:txBody>
      </p:sp>
    </p:spTree>
    <p:extLst>
      <p:ext uri="{BB962C8B-B14F-4D97-AF65-F5344CB8AC3E}">
        <p14:creationId xmlns:p14="http://schemas.microsoft.com/office/powerpoint/2010/main" val="133154874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CC8165-31B5-40CB-997E-230C2565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89320-B04D-4E84-8146-BC580104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8c8d628634776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B3534-88FE-482C-9756-8800700B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F0EDAB-9D63-4AE4-B06C-2A1A3257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BFBFB-B04A-4AA9-A643-DE6681C9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Alucinaciones en Unity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DBA1C1-12F1-4B22-9951-EACA7806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1495B-6E2B-43B5-9B51-FCDA1556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050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6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APIs inventadas o paquetes no instalados.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57AC5-13E3-49AC-BF59-40288FDA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2E59C-DB6C-4ED1-9E86-71689492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6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Mezcla de Rigidbody y Rigidbody2D.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575AC-8CB9-4159-ABF9-68FE67B6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48FDC-74FF-4C7F-8EEF-908B608A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6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Input System nuevo cuando el proyecto no lo usa.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C30AE-2365-4C6F-89B5-11DA1E15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FD5839-A050-4CD0-8D77-B3DA6CBE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6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Managers innecesarios para una mecánica simple.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0B854-5E13-4D80-AD14-8183AED3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DF2A8-CDE9-4238-A033-B12725AB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000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6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Errores con tags, colliders, escenas o Time.timeScale.</a:t>
            </a:r>
          </a:p>
        </p:txBody>
      </p:sp>
    </p:spTree>
    <p:extLst>
      <p:ext uri="{BB962C8B-B14F-4D97-AF65-F5344CB8AC3E}">
        <p14:creationId xmlns:p14="http://schemas.microsoft.com/office/powerpoint/2010/main" val="189007627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4D417A-40C8-4E21-94D4-938E9450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86679F-1F25-4B0C-82BB-57741276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a477805ab489c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DDE9AE-45C9-4546-A519-D6A463BE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4D65A-5A04-4AB1-9CDC-EC5D4056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232CC-AC8B-42E1-96F9-5A33DFE3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Antes de aceptar código generado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46BE4-B0D4-458A-ABBC-A64AD7D9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4E08E-CAAF-4C89-9D3A-A157012D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62150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Compila sin errores.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B9754-E36E-4278-AE2A-A78A38E6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828800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2A740-96BB-42C2-82EF-C61033E9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962150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Usa Unity 3D, no una solución 2D.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26C67-D3B7-4B2B-BB27-B6CD35C6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9A0AD-E5AE-4EFB-9856-52C4ED65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Respeta Inspector, tags y escena.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D931AE-01BB-485C-9AFE-986F62B6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667000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FBB93-F570-4AB3-A209-CAD6F0C1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00350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No introduce sistemas innecesarios.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D68C6-FEC6-4058-BBAE-56C01932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B52446-588B-4943-8BE2-B3FF5743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No cambia nombres públicos sin motivo.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9D00A-DDAC-4894-B23B-A355358C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505200"/>
            <a:ext cx="3714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D44DA-E79C-4C9D-8BAC-689EF052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3409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Se prueba en Play Mode.</a:t>
            </a:r>
          </a:p>
        </p:txBody>
      </p:sp>
    </p:spTree>
    <p:extLst>
      <p:ext uri="{BB962C8B-B14F-4D97-AF65-F5344CB8AC3E}">
        <p14:creationId xmlns:p14="http://schemas.microsoft.com/office/powerpoint/2010/main" val="80614940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9CA075-C98E-4ED0-BF00-7640C53A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611D3-99F8-4D35-A367-558584C2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41d5a7c1548fb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558E7-9BF0-4F19-92ED-A696FDEE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65386-1FE5-4731-868F-3E34DE3A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24D12-1612-4047-9661-1ED68AA8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Actividad final por grupos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FFD19-C426-40A0-B6A3-E5BAD3B9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5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73A5B-BA05-4103-9236-CF4CC8F8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4310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6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Terminar una escena jugable.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C5391-7EA8-4653-BE73-20A2E952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0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379CA-93AD-40DB-9372-D7B4FEDA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5745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6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Mostrar un prompt útil y un prompt que falló.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A66FB7-8B92-4B8C-A0A4-87A7807E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14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B1F5DE-BABD-4743-A4D4-4A4FD32F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6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Explicar una corrección de Inspector.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AC4E3-1609-4075-8C3B-E9EA4F4F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29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C4884-22B8-47D0-AA42-8147D1C9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86150"/>
            <a:ext cx="7429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6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Hacer una prueba completa en Play Mode.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AEBAD-DFD0-4024-8C72-63311991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00500"/>
            <a:ext cx="2714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4F6A5-8137-4897-BE5B-67E9F142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33850"/>
            <a:ext cx="2409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Pregunta clave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902258-D817-45B1-8191-8904B494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00550"/>
            <a:ext cx="24098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¿Qué parte era código y qué parte era configuración de Unity?</a:t>
            </a:r>
          </a:p>
        </p:txBody>
      </p:sp>
    </p:spTree>
    <p:extLst>
      <p:ext uri="{BB962C8B-B14F-4D97-AF65-F5344CB8AC3E}">
        <p14:creationId xmlns:p14="http://schemas.microsoft.com/office/powerpoint/2010/main" val="1904531553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838A8C-BAE8-4F97-8354-3E081DBB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D51B3-24A5-4560-AD29-4E34A771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8085cbe36544ac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A67C1-00B1-44DB-84B0-F32FC99D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6D3B0-9FFF-4ECD-8A8A-465B681E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D629E-1631-47FE-8DCA-8E1D25C3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Checklist de entrega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FAF1A-7B42-4E2A-9AA8-9C94BAD1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33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FD4009-53E0-4B22-9CBA-90E9FD31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907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Player se mueve y no gira raro.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3EA81-5A4E-46A1-AB69-C3543A1A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238C5-97E0-4FD1-A606-CADAC1F9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90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Score aumenta al recoger esferas.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5AB37-D684-43F6-9643-857E8BB5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33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828330-805C-49A6-9E85-48B81D84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908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El tiempo baja y puede provocar derrota.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A8B1BF-842B-449E-9995-F122953D0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5A9F2-6034-41C1-8245-DE633D3A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908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Obstáculos causan Game Over.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968B37-551F-4A1B-9CD9-8B4DEC10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33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4EC471-B5A1-4AB5-9E19-58CDC7EC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909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Victoria al recoger todo.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1D3B3-7642-4F15-852F-5BE912B0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33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5737B5-6F68-4B8F-80DB-DED773669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909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Tecla R reinicia la escena.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1A0405-72C8-4E60-9D34-B59E79B6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33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3BB184-19F1-464C-9D77-BAF49D72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907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Textos UI asignados.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59AC63-465F-4C8E-BB13-D247FF04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33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E203F6-F3E7-4E2D-B6E6-F967D5D9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Tag Player correcto.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054ED-4F68-49D7-A72C-5A55A4A7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33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7067CB-0602-4227-A19D-4682F24D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908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Colliders y Rigidbody revisados.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213E33-61EF-45EE-8C34-2181591FB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33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BD6FF6-ED6D-4628-9BCA-93ED6B27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908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Escena guardada.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B92CBA-AC8A-42D6-9C74-74CEDDAB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33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8BF596-D603-48DB-AC3D-BC8CD6F8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Build Settings revisado si hace falta.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81099A-31D5-4C80-A8C7-27117428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33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7888AA-5169-4272-825B-9AE62684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909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No hay errores en consola.</a:t>
            </a:r>
          </a:p>
        </p:txBody>
      </p:sp>
    </p:spTree>
    <p:extLst>
      <p:ext uri="{BB962C8B-B14F-4D97-AF65-F5344CB8AC3E}">
        <p14:creationId xmlns:p14="http://schemas.microsoft.com/office/powerpoint/2010/main" val="172143470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00B02C-41A5-4D14-AA4E-CBAC0DA1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712F3-889A-4BDA-BA50-198BDA6A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608d493c64e7a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F6635-5801-4142-9779-1B9894F6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48B75-C3CA-4F7F-BF5A-87C8F23F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4EC6F1-EBED-43BE-9FDC-D559555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Scripts finales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151D16-C610-48E8-8DDE-35541713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88B2E-7F6D-4932-AFEA-C52D1DEB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PlayerMovement.cs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99F85-99BA-48E4-9D3E-CD309F38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Input + Rigidbody.MovePosition.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812AE-C908-4712-B29D-572D36ED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22C217-0893-460A-9082-CF735499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133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Collectible.cs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4DD27-5D21-4180-9781-1C2FB33E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40030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Trigger + score + desactivar.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42EA3A-E495-44BF-8187-38225FB5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0025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0F2"/>
          </a:solidFill>
          <a:ln xmlns:a="http://schemas.openxmlformats.org/drawingml/2006/main" w="9525">
            <a:solidFill>
              <a:srgbClr val="E61B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400429-B9B0-4686-8311-F92DEA60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33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GameManager.cs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1640F-37EC-49AD-8DCF-53979FCB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030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Score, tiempo, estado y reinicio.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DA203-42ED-47D3-AED7-1C4E2EC4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04C3E8-44D4-451E-A39C-4112497E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76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MovingObstacle.cs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3C269-C48A-49E5-880B-6E13E2A5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4330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Patrulla + derrota por colisión.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1A8D9-FA7B-4803-9EBC-624595C4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23812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DE2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BA98D-3E69-47CC-A915-FE26E6D4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76600"/>
            <a:ext cx="2076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1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222733"/>
                </a:solidFill>
                <a:latin typeface="Aptos"/>
                <a:ea typeface="Aptos"/>
                <a:cs typeface="Aptos"/>
              </a:rPr>
              <a:t>CameraFollow.cs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7FCD87-117B-475C-8F37-8C203BED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43300"/>
            <a:ext cx="2076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96272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96272"/>
                </a:solidFill>
                <a:latin typeface="Aptos"/>
                <a:ea typeface="Aptos"/>
                <a:cs typeface="Aptos"/>
              </a:rPr>
              <a:t>Seguimiento simple con offset.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454283-92BF-4D51-BDA1-75ACC9D2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62500"/>
            <a:ext cx="619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1B2A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E61B2A"/>
                </a:solidFill>
                <a:latin typeface="Aptos Display"/>
                <a:ea typeface="Aptos Display"/>
                <a:cs typeface="Aptos Display"/>
              </a:rPr>
              <a:t>Cinco scripts. Ningún sistema nuevo innecesario.</a:t>
            </a:r>
          </a:p>
        </p:txBody>
      </p:sp>
    </p:spTree>
    <p:extLst>
      <p:ext uri="{BB962C8B-B14F-4D97-AF65-F5344CB8AC3E}">
        <p14:creationId xmlns:p14="http://schemas.microsoft.com/office/powerpoint/2010/main" val="199452973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473BDA-3FB0-41F0-A960-929A06B4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FD82E7-24A7-4F0F-80A7-8D4B89F38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dabbe9d9ea4e69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040FE-894F-4F49-9B24-A1C3EBA4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62FB7-34C7-4264-84FA-6DB93179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9FAD9-0FC9-4863-A595-E220E2E1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Cierre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D4467-BD54-4740-8304-80436E2F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914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1B2A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61B2A"/>
                </a:solidFill>
                <a:latin typeface="Aptos Display"/>
                <a:ea typeface="Aptos Display"/>
                <a:cs typeface="Aptos Display"/>
              </a:rPr>
              <a:t>La IA acelera el prototipo, no sustituye la prueba.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D859B2-8FC6-4105-90BB-F8EB9F2AE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313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El flujo profesional es: describir bien el problema, pedir ayuda concreta, aplicar cambios pequeños, probar en Unity, volver con contexto y verificar antes de confiar.</a:t>
            </a:r>
          </a:p>
        </p:txBody>
      </p:sp>
    </p:spTree>
    <p:extLst>
      <p:ext uri="{BB962C8B-B14F-4D97-AF65-F5344CB8AC3E}">
        <p14:creationId xmlns:p14="http://schemas.microsoft.com/office/powerpoint/2010/main" val="781939837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5A571C-287D-451C-93A1-CACC892B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1DF877-66E9-412E-B2AB-9C6EEE47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d6b351ad34d6e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F3674-8F8D-464B-AEAB-57BF51BD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9BF791-BB31-4CF7-9E87-CA85E5E3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6CE57-A426-45BC-B5C0-815FEA73C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Anexo: PlayerMovement completo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2543FF-550C-4937-961E-D291C70F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10001250" cy="4476750"/>
          </a:xfrm>
          <a:prstGeom xmlns:a="http://schemas.openxmlformats.org/drawingml/2006/main" prst="roundRect">
            <a:avLst>
              <a:gd name="adj" fmla="val 1489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A5B8B-08B7-4ED5-ACC3-823AE42C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95821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using UnityEngine;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[RequireComponent(typeof(Rigidbody))]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public class PlayerMovement : MonoBehaviour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[SerializeField] private float moveSpeed = 6f;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Rigidbody rb;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Vector3 moveDirection;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Awake() =&gt; rb = GetComponent&lt;Rigidbody&gt;();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Update()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float horizontal = Input.GetAxisRaw("Horizontal");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float vertical = Input.GetAxisRaw("Vertical");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moveDirection = new Vector3(horizontal, 0f, vertical).normalized;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FixedUpdate()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(rb == null) return;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Vector3 nextPosition = rb.position + moveDirection * moveSpeed * Time.fixedDeltaTime;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rb.MovePosition(nextPosition);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6118752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712913-890A-4215-8C74-EE3E4877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0934B-D211-4644-9928-3011D1FA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beaa57513b4a9b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C53BE-2774-4816-9724-4E6D85D0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56278-8A68-4A8F-973F-47E6EC62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23F57-AA01-451C-B806-2BDE92BA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Anexo: Collectible completo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A2323E-89BA-4AAB-A89C-2E906832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43050"/>
            <a:ext cx="8858250" cy="40005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C3497-76A2-44EE-B370-D8CA70A1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14500"/>
            <a:ext cx="84391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using UnityEngine;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public class Collectible : MonoBehaviour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[SerializeField] private int points = 1;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bool collected;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OnTriggerEnter(Collider other)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(collected) return;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(!other.CompareTag("Player"))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collected = true;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GameManager gameManager = FindObjectOfType&lt;GameManager&gt;();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(gameManager != null)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    gameManager.AddScore(points);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gameObject.SetActive(false);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915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915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1726017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C2DE3A-211F-49C5-9D44-4B290C7C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21466-9D62-410C-99CA-E7A1941C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39ffd100a74202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1BB9D-8D9A-4883-8E42-D0D8EEA4F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DB28C-8653-4AC7-94B2-B56B6A6D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6F4AC1-B2E4-44C4-8383-2981E1F6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Anexo: GameManager 1/3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DF5B1-DDDE-46AC-8499-F73F966D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096500" cy="4476750"/>
          </a:xfrm>
          <a:prstGeom xmlns:a="http://schemas.openxmlformats.org/drawingml/2006/main" prst="roundRect">
            <a:avLst>
              <a:gd name="adj" fmla="val 1489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4B31C-F255-44EA-8FA4-94DE13A6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6774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using TMPro;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using UnityEngine;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using UnityEngine.SceneManagement;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public class GameManager : MonoBehaviour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[SerializeField] private TextMeshProUGUI scoreText;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[SerializeField] private TextMeshProUGUI timeText;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[SerializeField] private TextMeshProUGUI messageText;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[SerializeField] private float startTime = 60f;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int score;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int totalCollectibles;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int collectedCount;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float timeRemaining;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bool gameEnded;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Start()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totalCollectibles = FindObjectsOfType&lt;Collectible&gt;().Length;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timeRemaining = startTime;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UpdateScoreUI();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UpdateTimeUI();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(messageText != null) messageText.text = "";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210318384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0A5A28-F3AD-4177-8B13-B67A5AB7A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B3BF0F-7DC0-4B8E-AD2D-BDBF1401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46295370c4f10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F500B-EF45-4EEA-B0F9-18D5DE4B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16D50-D244-4F38-B551-019B8EAE1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F0A81-487B-41C8-8029-E7EA83B9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Anexo: GameManager 2/3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D2F80-AFC1-4243-9F69-857C7BD1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096500" cy="4095750"/>
          </a:xfrm>
          <a:prstGeom xmlns:a="http://schemas.openxmlformats.org/drawingml/2006/main" prst="roundRect">
            <a:avLst>
              <a:gd name="adj" fmla="val 1628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563785-DE24-47DD-A6BE-EC8078BE9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677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Update()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(Input.GetKeyDown(KeyCode.R)) { RestartGame(); return; }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(gameEnded)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timeRemaining -= Time.deltaTime;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(timeRemaining &lt;= 0f)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{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    timeRemaining = 0f;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    UpdateTimeUI();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    LoseGame();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    return;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UpdateTimeUI();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public void AddScore(int points)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(gameEnded) return;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score += points;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collectedCount++;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UpdateScoreUI();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(collectedCount &gt;= totalCollectibles) WinGame();</a:t>
            </a:r>
          </a:p>
          <a:p xmlns:a="http://schemas.openxmlformats.org/drawingml/2006/main">
            <a:pPr algn="l">
              <a:defRPr sz="87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7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4418987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372ACA-5562-4B27-B397-00F490D9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F7611B-7D5C-4BA9-9FC3-027BF4D0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7986a52a84e5b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39B12-1853-40C7-BB91-63F3C2B0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EE839-660A-4C1C-8DCF-E7B28117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8D4D8-3CB8-4D26-B521-84EC430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Anexo: GameManager 3/3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F66C82-A88E-4155-836A-3F58FBC6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096500" cy="4095750"/>
          </a:xfrm>
          <a:prstGeom xmlns:a="http://schemas.openxmlformats.org/drawingml/2006/main" prst="roundRect">
            <a:avLst>
              <a:gd name="adj" fmla="val 1628"/>
            </a:avLst>
          </a:prstGeom>
          <a:solidFill xmlns:a="http://schemas.openxmlformats.org/drawingml/2006/main">
            <a:srgbClr val="111A28"/>
          </a:solidFill>
          <a:ln xmlns:a="http://schemas.openxmlformats.org/drawingml/2006/main" w="0">
            <a:solidFill>
              <a:srgbClr val="111A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FD036-0C81-4BE1-9E56-5BA04A3D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96774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public void LoseGame()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(gameEnded) return;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gameEnded = true;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(messageText != null) messageText.text = "GAME OVER - Press R";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WinGame()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gameEnded = true;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if (messageText != null) messageText.text = "YOU WIN! - Press R";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RestartGame()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{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Scene currentScene = SceneManager.GetActiveScene();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    SceneManager.LoadScene(currentScene.name);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UpdateScoreUI() { if (scoreText != null) scoreText.text = "Score: " + score; }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    private void UpdateTimeUI() { if (timeText != null) timeText.text = "Time: " + Mathf.CeilToInt(timeRemaining); }</a:t>
            </a:r>
          </a:p>
          <a:p xmlns:a="http://schemas.openxmlformats.org/drawingml/2006/main">
            <a:pPr algn="l">
              <a:defRPr sz="840" b="0">
                <a:solidFill>
                  <a:srgbClr val="EEF4FF"/>
                </a:solidFill>
                <a:latin typeface="Consolas"/>
                <a:ea typeface="Consolas"/>
                <a:cs typeface="Consolas"/>
              </a:defRPr>
            </a:pPr>
            <a:r>
              <a:rPr sz="840" b="0">
                <a:solidFill>
                  <a:srgbClr val="EEF4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6183523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9387BD-70AC-4941-8C51-A4C67D9C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18D812-940C-44BF-ADEE-C2A93777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57175"/>
            <a:ext cx="1152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0ac2e7ede4e09"/>
          <a:stretch xmlns:a="http://schemas.openxmlformats.org/drawingml/2006/main"/>
        </p:blipFill>
        <p:spPr>
          <a:xfrm xmlns:a="http://schemas.openxmlformats.org/drawingml/2006/main">
            <a:off x="9486900" y="458331"/>
            <a:ext cx="1905000" cy="39778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3E667-8D25-4A9C-B8C1-EB11DC41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Máster en Creación de Videojuegos - Universidad de Málaga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5D8AAF-D978-467A-9875-BC759F9C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10300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8B93A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B93A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C86EE-6FDD-419A-819F-055D9862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876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defRPr>
            </a:pPr>
            <a:r>
              <a:rPr sz="3375" b="1">
                <a:solidFill>
                  <a:srgbClr val="222733"/>
                </a:solidFill>
                <a:latin typeface="Aptos Display"/>
                <a:ea typeface="Aptos Display"/>
                <a:cs typeface="Aptos Display"/>
              </a:rPr>
              <a:t>Siguiente paso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1E481-5EE0-4BF1-BE57-A3BB9330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43125"/>
            <a:ext cx="723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1B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E61B2A"/>
                </a:solidFill>
                <a:latin typeface="Aptos Display"/>
                <a:ea typeface="Aptos Display"/>
                <a:cs typeface="Aptos Display"/>
              </a:rPr>
              <a:t>Variantes del prototipo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F73E8B-EDEE-47E6-B4AC-99C628B8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19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B8CBC-8E84-4E25-9F84-2CBDC665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Añadir niveles con más obstáculos.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F7844-0972-4076-A6AD-304CD3A9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57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E955D-FD67-49F3-B79B-8DCEBE2B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147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Crear boosters temporales.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03127-66A2-447C-870B-2BAA57CFA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95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2C537-9637-4021-A697-AD03259F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528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Mejorar feedback visual y sonoro.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0A80FE-9963-4957-8B2F-70CBA217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3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B2A"/>
          </a:solidFill>
          <a:ln xmlns:a="http://schemas.openxmlformats.org/drawingml/2006/main" w="0">
            <a:solidFill>
              <a:srgbClr val="E61B2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F469DD-B4BD-47EF-B501-6A2D9B8E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7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22733"/>
                </a:solidFill>
                <a:latin typeface="Aptos"/>
                <a:ea typeface="Aptos"/>
                <a:cs typeface="Aptos"/>
              </a:rPr>
              <a:t>Usar ChatGPT como revisor antes de entregar.</a:t>
            </a:r>
          </a:p>
        </p:txBody>
      </p:sp>
    </p:spTree>
    <p:extLst>
      <p:ext uri="{BB962C8B-B14F-4D97-AF65-F5344CB8AC3E}">
        <p14:creationId xmlns:p14="http://schemas.microsoft.com/office/powerpoint/2010/main" val="18134844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2026-06-08T08:53:27.6020000Z</dcterms:created>
  <dcterms:modified xsi:type="dcterms:W3CDTF">2026-06-08T08:53:27.6030000Z</dcterms:modified>
</coreProperties>
</file>